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E2A4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A4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A4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A4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2925" y="4953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247650" y="495300"/>
                </a:moveTo>
                <a:lnTo>
                  <a:pt x="199326" y="490587"/>
                </a:lnTo>
                <a:lnTo>
                  <a:pt x="152878" y="476448"/>
                </a:lnTo>
                <a:lnTo>
                  <a:pt x="110037" y="453602"/>
                </a:lnTo>
                <a:lnTo>
                  <a:pt x="72534" y="422764"/>
                </a:lnTo>
                <a:lnTo>
                  <a:pt x="41697" y="385262"/>
                </a:lnTo>
                <a:lnTo>
                  <a:pt x="18851" y="342421"/>
                </a:lnTo>
                <a:lnTo>
                  <a:pt x="4712" y="295973"/>
                </a:lnTo>
                <a:lnTo>
                  <a:pt x="0" y="247650"/>
                </a:lnTo>
                <a:lnTo>
                  <a:pt x="1178" y="223253"/>
                </a:lnTo>
                <a:lnTo>
                  <a:pt x="10603" y="175868"/>
                </a:lnTo>
                <a:lnTo>
                  <a:pt x="29275" y="130790"/>
                </a:lnTo>
                <a:lnTo>
                  <a:pt x="56117" y="90618"/>
                </a:lnTo>
                <a:lnTo>
                  <a:pt x="90618" y="56117"/>
                </a:lnTo>
                <a:lnTo>
                  <a:pt x="130790" y="29275"/>
                </a:lnTo>
                <a:lnTo>
                  <a:pt x="175868" y="10603"/>
                </a:lnTo>
                <a:lnTo>
                  <a:pt x="223253" y="1178"/>
                </a:lnTo>
                <a:lnTo>
                  <a:pt x="247650" y="0"/>
                </a:lnTo>
                <a:lnTo>
                  <a:pt x="272045" y="1178"/>
                </a:lnTo>
                <a:lnTo>
                  <a:pt x="319431" y="10603"/>
                </a:lnTo>
                <a:lnTo>
                  <a:pt x="364509" y="29275"/>
                </a:lnTo>
                <a:lnTo>
                  <a:pt x="404681" y="56117"/>
                </a:lnTo>
                <a:lnTo>
                  <a:pt x="439182" y="90618"/>
                </a:lnTo>
                <a:lnTo>
                  <a:pt x="466024" y="130790"/>
                </a:lnTo>
                <a:lnTo>
                  <a:pt x="484696" y="175868"/>
                </a:lnTo>
                <a:lnTo>
                  <a:pt x="494121" y="223253"/>
                </a:lnTo>
                <a:lnTo>
                  <a:pt x="495300" y="247650"/>
                </a:lnTo>
                <a:lnTo>
                  <a:pt x="494121" y="272045"/>
                </a:lnTo>
                <a:lnTo>
                  <a:pt x="484696" y="319431"/>
                </a:lnTo>
                <a:lnTo>
                  <a:pt x="466024" y="364509"/>
                </a:lnTo>
                <a:lnTo>
                  <a:pt x="439182" y="404681"/>
                </a:lnTo>
                <a:lnTo>
                  <a:pt x="404681" y="439182"/>
                </a:lnTo>
                <a:lnTo>
                  <a:pt x="364509" y="466024"/>
                </a:lnTo>
                <a:lnTo>
                  <a:pt x="319431" y="484696"/>
                </a:lnTo>
                <a:lnTo>
                  <a:pt x="272045" y="494121"/>
                </a:lnTo>
                <a:lnTo>
                  <a:pt x="247650" y="495300"/>
                </a:lnTo>
                <a:close/>
              </a:path>
            </a:pathLst>
          </a:custGeom>
          <a:solidFill>
            <a:srgbClr val="1E2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025" y="683666"/>
            <a:ext cx="535813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E2A4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197975" y="6530975"/>
            <a:ext cx="2535554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AA4B2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950" y="361950"/>
            <a:ext cx="11449050" cy="5667375"/>
          </a:xfrm>
          <a:custGeom>
            <a:avLst/>
            <a:gdLst/>
            <a:ahLst/>
            <a:cxnLst/>
            <a:rect l="l" t="t" r="r" b="b"/>
            <a:pathLst>
              <a:path w="11449050" h="5667375">
                <a:moveTo>
                  <a:pt x="0" y="0"/>
                </a:moveTo>
                <a:lnTo>
                  <a:pt x="11449050" y="0"/>
                </a:lnTo>
                <a:lnTo>
                  <a:pt x="11449050" y="5667375"/>
                </a:ln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B893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16375" y="909736"/>
            <a:ext cx="4128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DEPARTMENT</a:t>
            </a:r>
            <a:r>
              <a:rPr dirty="0" sz="1200" spc="-10" b="1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OF</a:t>
            </a:r>
            <a:r>
              <a:rPr dirty="0" sz="1200" spc="-45" b="1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DATA</a:t>
            </a:r>
            <a:r>
              <a:rPr dirty="0" sz="1200" spc="-15" b="1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SCIENCE</a:t>
            </a:r>
            <a:r>
              <a:rPr dirty="0" sz="1200" spc="-40" b="1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AND</a:t>
            </a:r>
            <a:r>
              <a:rPr dirty="0" sz="1200" spc="-40" b="1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9AA4B2"/>
                </a:solidFill>
                <a:latin typeface="Roboto"/>
                <a:cs typeface="Roboto"/>
              </a:rPr>
              <a:t>BUSINESS</a:t>
            </a:r>
            <a:r>
              <a:rPr dirty="0" sz="1200" spc="-10" b="1">
                <a:solidFill>
                  <a:srgbClr val="9AA4B2"/>
                </a:solidFill>
                <a:latin typeface="Roboto"/>
                <a:cs typeface="Roboto"/>
              </a:rPr>
              <a:t> SYSTEMS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16200" y="1442342"/>
            <a:ext cx="69443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solidFill>
                  <a:srgbClr val="FFFFFF"/>
                </a:solidFill>
              </a:rPr>
              <a:t>CODE</a:t>
            </a:r>
            <a:r>
              <a:rPr dirty="0" sz="4400" spc="65">
                <a:solidFill>
                  <a:srgbClr val="FFFFFF"/>
                </a:solidFill>
              </a:rPr>
              <a:t> </a:t>
            </a:r>
            <a:r>
              <a:rPr dirty="0" sz="4400">
                <a:solidFill>
                  <a:srgbClr val="FFFFFF"/>
                </a:solidFill>
              </a:rPr>
              <a:t>MERGE</a:t>
            </a:r>
            <a:r>
              <a:rPr dirty="0" sz="4400" spc="65">
                <a:solidFill>
                  <a:srgbClr val="FFFFFF"/>
                </a:solidFill>
              </a:rPr>
              <a:t> </a:t>
            </a:r>
            <a:r>
              <a:rPr dirty="0" sz="4400" spc="-10">
                <a:solidFill>
                  <a:srgbClr val="FFFFFF"/>
                </a:solidFill>
              </a:rPr>
              <a:t>HACKATHON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4883150" y="2266305"/>
            <a:ext cx="2393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B8933F"/>
                </a:solidFill>
                <a:latin typeface="Roboto"/>
                <a:cs typeface="Roboto"/>
              </a:rPr>
              <a:t>V2.0</a:t>
            </a:r>
            <a:r>
              <a:rPr dirty="0" sz="1800" spc="409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B8933F"/>
                </a:solidFill>
                <a:latin typeface="Roboto"/>
                <a:cs typeface="Roboto"/>
              </a:rPr>
              <a:t>·</a:t>
            </a:r>
            <a:r>
              <a:rPr dirty="0" sz="1800" spc="46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B8933F"/>
                </a:solidFill>
                <a:latin typeface="Roboto"/>
                <a:cs typeface="Roboto"/>
              </a:rPr>
              <a:t>AI</a:t>
            </a:r>
            <a:r>
              <a:rPr dirty="0" sz="1800" spc="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B8933F"/>
                </a:solidFill>
                <a:latin typeface="Roboto"/>
                <a:cs typeface="Roboto"/>
              </a:rPr>
              <a:t>FOR</a:t>
            </a:r>
            <a:r>
              <a:rPr dirty="0" sz="1800" spc="1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B8933F"/>
                </a:solidFill>
                <a:latin typeface="Roboto"/>
                <a:cs typeface="Roboto"/>
              </a:rPr>
              <a:t>IMPACT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81312" y="2871787"/>
            <a:ext cx="6410325" cy="1514475"/>
            <a:chOff x="2881312" y="2871787"/>
            <a:chExt cx="6410325" cy="1514475"/>
          </a:xfrm>
        </p:grpSpPr>
        <p:sp>
          <p:nvSpPr>
            <p:cNvPr id="7" name="object 7"/>
            <p:cNvSpPr/>
            <p:nvPr/>
          </p:nvSpPr>
          <p:spPr>
            <a:xfrm>
              <a:off x="4714875" y="287655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 h="0">
                  <a:moveTo>
                    <a:pt x="2743200" y="0"/>
                  </a:moveTo>
                  <a:lnTo>
                    <a:pt x="0" y="0"/>
                  </a:lnTo>
                </a:path>
              </a:pathLst>
            </a:custGeom>
            <a:solidFill>
              <a:srgbClr val="394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14875" y="287655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 h="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86075" y="3562350"/>
              <a:ext cx="6400800" cy="819150"/>
            </a:xfrm>
            <a:custGeom>
              <a:avLst/>
              <a:gdLst/>
              <a:ahLst/>
              <a:cxnLst/>
              <a:rect l="l" t="t" r="r" b="b"/>
              <a:pathLst>
                <a:path w="6400800" h="819150">
                  <a:moveTo>
                    <a:pt x="6346187" y="819150"/>
                  </a:moveTo>
                  <a:lnTo>
                    <a:pt x="54612" y="819150"/>
                  </a:lnTo>
                  <a:lnTo>
                    <a:pt x="43715" y="818150"/>
                  </a:lnTo>
                  <a:lnTo>
                    <a:pt x="8997" y="794742"/>
                  </a:lnTo>
                  <a:lnTo>
                    <a:pt x="0" y="764537"/>
                  </a:lnTo>
                  <a:lnTo>
                    <a:pt x="0" y="54612"/>
                  </a:lnTo>
                  <a:lnTo>
                    <a:pt x="15995" y="15995"/>
                  </a:lnTo>
                  <a:lnTo>
                    <a:pt x="54612" y="0"/>
                  </a:lnTo>
                  <a:lnTo>
                    <a:pt x="6346187" y="0"/>
                  </a:lnTo>
                  <a:lnTo>
                    <a:pt x="6384803" y="15995"/>
                  </a:lnTo>
                  <a:lnTo>
                    <a:pt x="6400800" y="54612"/>
                  </a:lnTo>
                  <a:lnTo>
                    <a:pt x="6400800" y="764537"/>
                  </a:lnTo>
                  <a:lnTo>
                    <a:pt x="6384803" y="803154"/>
                  </a:lnTo>
                  <a:lnTo>
                    <a:pt x="6346187" y="819150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886075" y="3562350"/>
              <a:ext cx="6400800" cy="819150"/>
            </a:xfrm>
            <a:custGeom>
              <a:avLst/>
              <a:gdLst/>
              <a:ahLst/>
              <a:cxnLst/>
              <a:rect l="l" t="t" r="r" b="b"/>
              <a:pathLst>
                <a:path w="6400800" h="819150">
                  <a:moveTo>
                    <a:pt x="0" y="54612"/>
                  </a:moveTo>
                  <a:lnTo>
                    <a:pt x="15995" y="15995"/>
                  </a:lnTo>
                  <a:lnTo>
                    <a:pt x="54612" y="0"/>
                  </a:lnTo>
                  <a:lnTo>
                    <a:pt x="6346187" y="0"/>
                  </a:lnTo>
                  <a:lnTo>
                    <a:pt x="6384803" y="15995"/>
                  </a:lnTo>
                  <a:lnTo>
                    <a:pt x="6400800" y="54612"/>
                  </a:lnTo>
                  <a:lnTo>
                    <a:pt x="6400800" y="764537"/>
                  </a:lnTo>
                  <a:lnTo>
                    <a:pt x="6384803" y="803154"/>
                  </a:lnTo>
                  <a:lnTo>
                    <a:pt x="6346187" y="819150"/>
                  </a:lnTo>
                  <a:lnTo>
                    <a:pt x="54612" y="819150"/>
                  </a:lnTo>
                  <a:lnTo>
                    <a:pt x="15995" y="803154"/>
                  </a:lnTo>
                  <a:lnTo>
                    <a:pt x="0" y="764537"/>
                  </a:lnTo>
                  <a:lnTo>
                    <a:pt x="0" y="54612"/>
                  </a:lnTo>
                  <a:close/>
                </a:path>
                <a:path w="6400800" h="819150">
                  <a:moveTo>
                    <a:pt x="0" y="54612"/>
                  </a:moveTo>
                  <a:lnTo>
                    <a:pt x="15995" y="15995"/>
                  </a:lnTo>
                  <a:lnTo>
                    <a:pt x="54612" y="0"/>
                  </a:lnTo>
                  <a:lnTo>
                    <a:pt x="6346187" y="0"/>
                  </a:lnTo>
                  <a:lnTo>
                    <a:pt x="6384803" y="15995"/>
                  </a:lnTo>
                  <a:lnTo>
                    <a:pt x="6400800" y="54612"/>
                  </a:lnTo>
                  <a:lnTo>
                    <a:pt x="6400800" y="764537"/>
                  </a:lnTo>
                  <a:lnTo>
                    <a:pt x="6384803" y="803154"/>
                  </a:lnTo>
                  <a:lnTo>
                    <a:pt x="6346187" y="819150"/>
                  </a:lnTo>
                  <a:lnTo>
                    <a:pt x="54612" y="819150"/>
                  </a:lnTo>
                  <a:lnTo>
                    <a:pt x="15995" y="803154"/>
                  </a:lnTo>
                  <a:lnTo>
                    <a:pt x="0" y="764537"/>
                  </a:lnTo>
                  <a:lnTo>
                    <a:pt x="0" y="54612"/>
                  </a:lnTo>
                  <a:close/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235575" y="3109093"/>
            <a:ext cx="1696085" cy="1128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9AA4B2"/>
                </a:solidFill>
                <a:latin typeface="Roboto"/>
                <a:cs typeface="Roboto"/>
              </a:rPr>
              <a:t>PROJECT</a:t>
            </a:r>
            <a:r>
              <a:rPr dirty="0" sz="1300" spc="-5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9AA4B2"/>
                </a:solidFill>
                <a:latin typeface="Roboto"/>
                <a:cs typeface="Roboto"/>
              </a:rPr>
              <a:t>PITCH</a:t>
            </a:r>
            <a:r>
              <a:rPr dirty="0" sz="1300" spc="-4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9AA4B2"/>
                </a:solidFill>
                <a:latin typeface="Roboto"/>
                <a:cs typeface="Roboto"/>
              </a:rPr>
              <a:t>DECK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300">
              <a:latin typeface="Roboto"/>
              <a:cs typeface="Roboto"/>
            </a:endParaRPr>
          </a:p>
          <a:p>
            <a:pPr algn="ctr" marR="5715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FFFFFF"/>
                </a:solidFill>
                <a:latin typeface="Roboto"/>
                <a:cs typeface="Roboto"/>
              </a:rPr>
              <a:t>[</a:t>
            </a:r>
            <a:r>
              <a:rPr dirty="0" sz="2000" spc="1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00" b="1">
                <a:solidFill>
                  <a:srgbClr val="FFFFFF"/>
                </a:solidFill>
                <a:latin typeface="Roboto"/>
                <a:cs typeface="Roboto"/>
              </a:rPr>
              <a:t>Team</a:t>
            </a:r>
            <a:r>
              <a:rPr dirty="0" sz="2000" spc="-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00" b="1">
                <a:solidFill>
                  <a:srgbClr val="FFFFFF"/>
                </a:solidFill>
                <a:latin typeface="Roboto"/>
                <a:cs typeface="Roboto"/>
              </a:rPr>
              <a:t>Name</a:t>
            </a:r>
            <a:r>
              <a:rPr dirty="0" sz="2000" spc="1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Roboto"/>
                <a:cs typeface="Roboto"/>
              </a:rPr>
              <a:t>]</a:t>
            </a:r>
            <a:endParaRPr sz="2000">
              <a:latin typeface="Roboto"/>
              <a:cs typeface="Roboto"/>
            </a:endParaRPr>
          </a:p>
          <a:p>
            <a:pPr algn="ctr" marR="2540">
              <a:lnSpc>
                <a:spcPct val="100000"/>
              </a:lnSpc>
              <a:spcBef>
                <a:spcPts val="500"/>
              </a:spcBef>
            </a:pPr>
            <a:r>
              <a:rPr dirty="0" sz="1300">
                <a:solidFill>
                  <a:srgbClr val="9AA4B2"/>
                </a:solidFill>
                <a:latin typeface="Roboto"/>
                <a:cs typeface="Roboto"/>
              </a:rPr>
              <a:t>[</a:t>
            </a:r>
            <a:r>
              <a:rPr dirty="0" sz="1300" spc="-3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9AA4B2"/>
                </a:solidFill>
                <a:latin typeface="Roboto"/>
                <a:cs typeface="Roboto"/>
              </a:rPr>
              <a:t>Project</a:t>
            </a:r>
            <a:r>
              <a:rPr dirty="0" sz="13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9AA4B2"/>
                </a:solidFill>
                <a:latin typeface="Roboto"/>
                <a:cs typeface="Roboto"/>
              </a:rPr>
              <a:t>Title</a:t>
            </a:r>
            <a:r>
              <a:rPr dirty="0" sz="13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9AA4B2"/>
                </a:solidFill>
                <a:latin typeface="Roboto"/>
                <a:cs typeface="Roboto"/>
              </a:rPr>
              <a:t>]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0050" y="4682554"/>
            <a:ext cx="62922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Track:</a:t>
            </a:r>
            <a:r>
              <a:rPr dirty="0" sz="1100" spc="229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[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AI</a:t>
            </a:r>
            <a:r>
              <a:rPr dirty="0" sz="1100" spc="-2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for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9AA4B2"/>
                </a:solidFill>
                <a:latin typeface="Roboto"/>
                <a:cs typeface="Roboto"/>
              </a:rPr>
              <a:t>Healthtech/Fintech/Edtech</a:t>
            </a:r>
            <a:r>
              <a:rPr dirty="0" sz="1100" spc="2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·</a:t>
            </a:r>
            <a:r>
              <a:rPr dirty="0" sz="1100" spc="229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AI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+</a:t>
            </a:r>
            <a:r>
              <a:rPr dirty="0" sz="1100" spc="-2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IoT</a:t>
            </a:r>
            <a:r>
              <a:rPr dirty="0" sz="1100" spc="229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·</a:t>
            </a:r>
            <a:r>
              <a:rPr dirty="0" sz="1100" spc="2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AI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for</a:t>
            </a:r>
            <a:r>
              <a:rPr dirty="0" sz="1100" spc="-2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9AA4B2"/>
                </a:solidFill>
                <a:latin typeface="Roboto"/>
                <a:cs typeface="Roboto"/>
              </a:rPr>
              <a:t>Sustainability</a:t>
            </a:r>
            <a:r>
              <a:rPr dirty="0" sz="1100" spc="229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·</a:t>
            </a:r>
            <a:r>
              <a:rPr dirty="0" sz="1100" spc="2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AI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for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9AA4B2"/>
                </a:solidFill>
                <a:latin typeface="Roboto"/>
                <a:cs typeface="Roboto"/>
              </a:rPr>
              <a:t>Safety</a:t>
            </a:r>
            <a:r>
              <a:rPr dirty="0" sz="1100" spc="-2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9AA4B2"/>
                </a:solidFill>
                <a:latin typeface="Roboto"/>
                <a:cs typeface="Roboto"/>
              </a:rPr>
              <a:t>&amp;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9AA4B2"/>
                </a:solidFill>
                <a:latin typeface="Roboto"/>
                <a:cs typeface="Roboto"/>
              </a:rPr>
              <a:t>Security</a:t>
            </a:r>
            <a:r>
              <a:rPr dirty="0" sz="1100" spc="-2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9AA4B2"/>
                </a:solidFill>
                <a:latin typeface="Roboto"/>
                <a:cs typeface="Roboto"/>
              </a:rPr>
              <a:t>]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14" name="object 14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61950" y="6448425"/>
              <a:ext cx="3562350" cy="323850"/>
            </a:xfrm>
            <a:custGeom>
              <a:avLst/>
              <a:gdLst/>
              <a:ahLst/>
              <a:cxnLst/>
              <a:rect l="l" t="t" r="r" b="b"/>
              <a:pathLst>
                <a:path w="3562350" h="323850">
                  <a:moveTo>
                    <a:pt x="3517370" y="323850"/>
                  </a:moveTo>
                  <a:lnTo>
                    <a:pt x="44979" y="323850"/>
                  </a:lnTo>
                  <a:lnTo>
                    <a:pt x="36004" y="323026"/>
                  </a:lnTo>
                  <a:lnTo>
                    <a:pt x="3293" y="296137"/>
                  </a:lnTo>
                  <a:lnTo>
                    <a:pt x="0" y="278870"/>
                  </a:lnTo>
                  <a:lnTo>
                    <a:pt x="0" y="44979"/>
                  </a:lnTo>
                  <a:lnTo>
                    <a:pt x="20102" y="7410"/>
                  </a:lnTo>
                  <a:lnTo>
                    <a:pt x="44979" y="0"/>
                  </a:lnTo>
                  <a:lnTo>
                    <a:pt x="3517370" y="0"/>
                  </a:lnTo>
                  <a:lnTo>
                    <a:pt x="3554939" y="20102"/>
                  </a:lnTo>
                  <a:lnTo>
                    <a:pt x="3562350" y="44979"/>
                  </a:lnTo>
                  <a:lnTo>
                    <a:pt x="3562350" y="278870"/>
                  </a:lnTo>
                  <a:lnTo>
                    <a:pt x="3542247" y="316439"/>
                  </a:lnTo>
                  <a:lnTo>
                    <a:pt x="3517370" y="323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6477000"/>
              <a:ext cx="3286125" cy="26670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2228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UNDERSTAND</a:t>
            </a:r>
            <a:r>
              <a:rPr dirty="0" sz="1200" spc="2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THE</a:t>
            </a:r>
            <a:r>
              <a:rPr dirty="0" sz="1200" spc="2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CHALLENGE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0"/>
              <a:t> Statement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681162"/>
            <a:ext cx="11096625" cy="1971675"/>
            <a:chOff x="538162" y="1681162"/>
            <a:chExt cx="11096625" cy="1971675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11014088" y="1962150"/>
                  </a:moveTo>
                  <a:lnTo>
                    <a:pt x="73011" y="1962150"/>
                  </a:lnTo>
                  <a:lnTo>
                    <a:pt x="58444" y="1960813"/>
                  </a:lnTo>
                  <a:lnTo>
                    <a:pt x="21384" y="1940765"/>
                  </a:lnTo>
                  <a:lnTo>
                    <a:pt x="1336" y="1903706"/>
                  </a:lnTo>
                  <a:lnTo>
                    <a:pt x="0" y="1889138"/>
                  </a:lnTo>
                  <a:lnTo>
                    <a:pt x="0" y="73011"/>
                  </a:ln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8825" y="1766843"/>
            <a:ext cx="5011420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What</a:t>
            </a:r>
            <a:r>
              <a:rPr dirty="0" sz="1300" spc="-3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problem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are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you</a:t>
            </a:r>
            <a:r>
              <a:rPr dirty="0" sz="1300" spc="-3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solving?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Describe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B6472"/>
                </a:solidFill>
                <a:latin typeface="Roboto"/>
                <a:cs typeface="Roboto"/>
              </a:rPr>
              <a:t>real-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world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problem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clearly.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Who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is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affected,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why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does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it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matter?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8162" y="3786187"/>
            <a:ext cx="5400675" cy="2152650"/>
            <a:chOff x="538162" y="3786187"/>
            <a:chExt cx="5400675" cy="2152650"/>
          </a:xfrm>
        </p:grpSpPr>
        <p:sp>
          <p:nvSpPr>
            <p:cNvPr id="13" name="object 13"/>
            <p:cNvSpPr/>
            <p:nvPr/>
          </p:nvSpPr>
          <p:spPr>
            <a:xfrm>
              <a:off x="54292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5318198" y="2143125"/>
                  </a:moveTo>
                  <a:lnTo>
                    <a:pt x="72951" y="2143125"/>
                  </a:lnTo>
                  <a:lnTo>
                    <a:pt x="58396" y="2141789"/>
                  </a:lnTo>
                  <a:lnTo>
                    <a:pt x="21367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292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8825" y="3851087"/>
            <a:ext cx="3749675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Current</a:t>
            </a:r>
            <a:r>
              <a:rPr dirty="0" sz="1300" spc="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gaps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What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existing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approaches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fall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short?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What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missing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today?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34112" y="3786187"/>
            <a:ext cx="5400675" cy="2152650"/>
            <a:chOff x="6234112" y="3786187"/>
            <a:chExt cx="5400675" cy="2152650"/>
          </a:xfrm>
        </p:grpSpPr>
        <p:sp>
          <p:nvSpPr>
            <p:cNvPr id="17" name="object 17"/>
            <p:cNvSpPr/>
            <p:nvPr/>
          </p:nvSpPr>
          <p:spPr>
            <a:xfrm>
              <a:off x="623887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5318198" y="2143125"/>
                  </a:moveTo>
                  <a:lnTo>
                    <a:pt x="72952" y="2143125"/>
                  </a:lnTo>
                  <a:lnTo>
                    <a:pt x="58396" y="2141789"/>
                  </a:lnTo>
                  <a:lnTo>
                    <a:pt x="21366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3887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2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2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54775" y="3851087"/>
            <a:ext cx="3196590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Why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now?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What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makes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this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problem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urgent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timely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to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solve?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21" name="object 21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YOUR</a:t>
            </a:r>
            <a:r>
              <a:rPr dirty="0" sz="1200" spc="-5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20" b="1">
                <a:solidFill>
                  <a:srgbClr val="B8933F"/>
                </a:solidFill>
                <a:latin typeface="Roboto"/>
                <a:cs typeface="Roboto"/>
              </a:rPr>
              <a:t>IDEA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20"/>
              <a:t> </a:t>
            </a:r>
            <a:r>
              <a:rPr dirty="0" spc="-10"/>
              <a:t>Solution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681162"/>
            <a:ext cx="11096625" cy="1971675"/>
            <a:chOff x="538162" y="1681162"/>
            <a:chExt cx="11096625" cy="1971675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11014088" y="1962150"/>
                  </a:moveTo>
                  <a:lnTo>
                    <a:pt x="73011" y="1962150"/>
                  </a:lnTo>
                  <a:lnTo>
                    <a:pt x="58444" y="1960813"/>
                  </a:lnTo>
                  <a:lnTo>
                    <a:pt x="21384" y="1940765"/>
                  </a:lnTo>
                  <a:lnTo>
                    <a:pt x="1336" y="1903706"/>
                  </a:lnTo>
                  <a:lnTo>
                    <a:pt x="0" y="1889138"/>
                  </a:lnTo>
                  <a:lnTo>
                    <a:pt x="0" y="73011"/>
                  </a:ln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8825" y="1766843"/>
            <a:ext cx="3968115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What</a:t>
            </a:r>
            <a:r>
              <a:rPr dirty="0" sz="1300" spc="-4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is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your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solution?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Summarize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your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idea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in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20">
                <a:solidFill>
                  <a:srgbClr val="5B6472"/>
                </a:solidFill>
                <a:latin typeface="Roboto"/>
                <a:cs typeface="Roboto"/>
              </a:rPr>
              <a:t>2-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3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sentences.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Keep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clear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simple.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8162" y="3786187"/>
            <a:ext cx="11096625" cy="2152650"/>
            <a:chOff x="538162" y="3786187"/>
            <a:chExt cx="11096625" cy="2152650"/>
          </a:xfrm>
        </p:grpSpPr>
        <p:sp>
          <p:nvSpPr>
            <p:cNvPr id="13" name="object 13"/>
            <p:cNvSpPr/>
            <p:nvPr/>
          </p:nvSpPr>
          <p:spPr>
            <a:xfrm>
              <a:off x="542925" y="3790950"/>
              <a:ext cx="11087100" cy="2143125"/>
            </a:xfrm>
            <a:custGeom>
              <a:avLst/>
              <a:gdLst/>
              <a:ahLst/>
              <a:cxnLst/>
              <a:rect l="l" t="t" r="r" b="b"/>
              <a:pathLst>
                <a:path w="11087100" h="2143125">
                  <a:moveTo>
                    <a:pt x="11014148" y="2143125"/>
                  </a:moveTo>
                  <a:lnTo>
                    <a:pt x="72951" y="2143125"/>
                  </a:lnTo>
                  <a:lnTo>
                    <a:pt x="58396" y="2141789"/>
                  </a:lnTo>
                  <a:lnTo>
                    <a:pt x="21367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2925" y="3790950"/>
              <a:ext cx="11087100" cy="2143125"/>
            </a:xfrm>
            <a:custGeom>
              <a:avLst/>
              <a:gdLst/>
              <a:ahLst/>
              <a:cxnLst/>
              <a:rect l="l" t="t" r="r" b="b"/>
              <a:pathLst>
                <a:path w="1108710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1108710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8825" y="3851087"/>
            <a:ext cx="3780790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How</a:t>
            </a:r>
            <a:r>
              <a:rPr dirty="0" sz="1300" spc="-4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does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it</a:t>
            </a:r>
            <a:r>
              <a:rPr dirty="0" sz="1300" spc="-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work?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Walk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through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core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workﬂow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user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journey,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step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by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step.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17" name="object 17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651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WHAT</a:t>
            </a:r>
            <a:r>
              <a:rPr dirty="0" sz="1200" spc="2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MAKES</a:t>
            </a:r>
            <a:r>
              <a:rPr dirty="0" sz="1200" spc="2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IT</a:t>
            </a:r>
            <a:r>
              <a:rPr dirty="0" sz="1200" spc="2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20" b="1">
                <a:solidFill>
                  <a:srgbClr val="B8933F"/>
                </a:solidFill>
                <a:latin typeface="Roboto"/>
                <a:cs typeface="Roboto"/>
              </a:rPr>
              <a:t>WORK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70"/>
              <a:t> </a:t>
            </a:r>
            <a:r>
              <a:rPr dirty="0" spc="-10"/>
              <a:t>Features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776412"/>
            <a:ext cx="2609850" cy="4162425"/>
            <a:chOff x="538162" y="1776412"/>
            <a:chExt cx="2609850" cy="4162425"/>
          </a:xfrm>
        </p:grpSpPr>
        <p:sp>
          <p:nvSpPr>
            <p:cNvPr id="9" name="object 9"/>
            <p:cNvSpPr/>
            <p:nvPr/>
          </p:nvSpPr>
          <p:spPr>
            <a:xfrm>
              <a:off x="542925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2527203" y="4152900"/>
                  </a:moveTo>
                  <a:lnTo>
                    <a:pt x="73121" y="4152900"/>
                  </a:lnTo>
                  <a:lnTo>
                    <a:pt x="58531" y="4151561"/>
                  </a:lnTo>
                  <a:lnTo>
                    <a:pt x="21416" y="4131483"/>
                  </a:lnTo>
                  <a:lnTo>
                    <a:pt x="1338" y="4094368"/>
                  </a:lnTo>
                  <a:lnTo>
                    <a:pt x="0" y="4079778"/>
                  </a:lnTo>
                  <a:lnTo>
                    <a:pt x="0" y="73121"/>
                  </a:ln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4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4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71625" y="205740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5"/>
                  </a:moveTo>
                  <a:lnTo>
                    <a:pt x="218492" y="537758"/>
                  </a:lnTo>
                  <a:lnTo>
                    <a:pt x="167578" y="522261"/>
                  </a:lnTo>
                  <a:lnTo>
                    <a:pt x="120617" y="497217"/>
                  </a:lnTo>
                  <a:lnTo>
                    <a:pt x="79509" y="463415"/>
                  </a:lnTo>
                  <a:lnTo>
                    <a:pt x="45707" y="422307"/>
                  </a:lnTo>
                  <a:lnTo>
                    <a:pt x="20663" y="375346"/>
                  </a:lnTo>
                  <a:lnTo>
                    <a:pt x="5165" y="324432"/>
                  </a:lnTo>
                  <a:lnTo>
                    <a:pt x="0" y="271462"/>
                  </a:lnTo>
                  <a:lnTo>
                    <a:pt x="1291" y="244720"/>
                  </a:lnTo>
                  <a:lnTo>
                    <a:pt x="11623" y="192778"/>
                  </a:lnTo>
                  <a:lnTo>
                    <a:pt x="32090" y="143366"/>
                  </a:lnTo>
                  <a:lnTo>
                    <a:pt x="61513" y="99331"/>
                  </a:lnTo>
                  <a:lnTo>
                    <a:pt x="99331" y="61513"/>
                  </a:lnTo>
                  <a:lnTo>
                    <a:pt x="143366" y="32090"/>
                  </a:lnTo>
                  <a:lnTo>
                    <a:pt x="192778" y="11623"/>
                  </a:lnTo>
                  <a:lnTo>
                    <a:pt x="244720" y="1291"/>
                  </a:lnTo>
                  <a:lnTo>
                    <a:pt x="271462" y="0"/>
                  </a:lnTo>
                  <a:lnTo>
                    <a:pt x="298204" y="1291"/>
                  </a:lnTo>
                  <a:lnTo>
                    <a:pt x="350146" y="11623"/>
                  </a:lnTo>
                  <a:lnTo>
                    <a:pt x="399558" y="32090"/>
                  </a:lnTo>
                  <a:lnTo>
                    <a:pt x="443592" y="61513"/>
                  </a:lnTo>
                  <a:lnTo>
                    <a:pt x="481411" y="99331"/>
                  </a:lnTo>
                  <a:lnTo>
                    <a:pt x="510834" y="143366"/>
                  </a:lnTo>
                  <a:lnTo>
                    <a:pt x="531301" y="192778"/>
                  </a:lnTo>
                  <a:lnTo>
                    <a:pt x="541633" y="244720"/>
                  </a:lnTo>
                  <a:lnTo>
                    <a:pt x="542925" y="271462"/>
                  </a:lnTo>
                  <a:lnTo>
                    <a:pt x="541633" y="298204"/>
                  </a:lnTo>
                  <a:lnTo>
                    <a:pt x="531301" y="350146"/>
                  </a:lnTo>
                  <a:lnTo>
                    <a:pt x="510834" y="399558"/>
                  </a:lnTo>
                  <a:lnTo>
                    <a:pt x="481411" y="443592"/>
                  </a:lnTo>
                  <a:lnTo>
                    <a:pt x="443592" y="481411"/>
                  </a:lnTo>
                  <a:lnTo>
                    <a:pt x="399558" y="510834"/>
                  </a:lnTo>
                  <a:lnTo>
                    <a:pt x="350146" y="531301"/>
                  </a:lnTo>
                  <a:lnTo>
                    <a:pt x="298204" y="541633"/>
                  </a:lnTo>
                  <a:lnTo>
                    <a:pt x="271462" y="542925"/>
                  </a:lnTo>
                  <a:close/>
                </a:path>
              </a:pathLst>
            </a:custGeom>
            <a:solidFill>
              <a:srgbClr val="1E2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758950" y="2161530"/>
            <a:ext cx="154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775" y="2832868"/>
            <a:ext cx="2181860" cy="53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Feature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One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Describe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a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core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feature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capability.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7087" y="1776412"/>
            <a:ext cx="2609850" cy="4162425"/>
            <a:chOff x="3367087" y="1776412"/>
            <a:chExt cx="2609850" cy="4162425"/>
          </a:xfrm>
        </p:grpSpPr>
        <p:sp>
          <p:nvSpPr>
            <p:cNvPr id="15" name="object 15"/>
            <p:cNvSpPr/>
            <p:nvPr/>
          </p:nvSpPr>
          <p:spPr>
            <a:xfrm>
              <a:off x="3371850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2527203" y="4152900"/>
                  </a:moveTo>
                  <a:lnTo>
                    <a:pt x="73121" y="4152900"/>
                  </a:lnTo>
                  <a:lnTo>
                    <a:pt x="58531" y="4151561"/>
                  </a:lnTo>
                  <a:lnTo>
                    <a:pt x="21416" y="4131483"/>
                  </a:lnTo>
                  <a:lnTo>
                    <a:pt x="1338" y="4094368"/>
                  </a:lnTo>
                  <a:lnTo>
                    <a:pt x="0" y="4079778"/>
                  </a:lnTo>
                  <a:lnTo>
                    <a:pt x="0" y="73121"/>
                  </a:ln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71850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3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3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3" y="4147545"/>
                  </a:lnTo>
                  <a:lnTo>
                    <a:pt x="2527203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3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00550" y="205740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5"/>
                  </a:moveTo>
                  <a:lnTo>
                    <a:pt x="218492" y="537758"/>
                  </a:lnTo>
                  <a:lnTo>
                    <a:pt x="167577" y="522261"/>
                  </a:lnTo>
                  <a:lnTo>
                    <a:pt x="120617" y="497217"/>
                  </a:lnTo>
                  <a:lnTo>
                    <a:pt x="79509" y="463415"/>
                  </a:lnTo>
                  <a:lnTo>
                    <a:pt x="45706" y="422307"/>
                  </a:lnTo>
                  <a:lnTo>
                    <a:pt x="20662" y="375346"/>
                  </a:lnTo>
                  <a:lnTo>
                    <a:pt x="5165" y="324432"/>
                  </a:lnTo>
                  <a:lnTo>
                    <a:pt x="0" y="271462"/>
                  </a:lnTo>
                  <a:lnTo>
                    <a:pt x="1291" y="244720"/>
                  </a:lnTo>
                  <a:lnTo>
                    <a:pt x="11622" y="192778"/>
                  </a:lnTo>
                  <a:lnTo>
                    <a:pt x="32090" y="143366"/>
                  </a:lnTo>
                  <a:lnTo>
                    <a:pt x="61513" y="99331"/>
                  </a:lnTo>
                  <a:lnTo>
                    <a:pt x="99331" y="61513"/>
                  </a:lnTo>
                  <a:lnTo>
                    <a:pt x="143365" y="32090"/>
                  </a:lnTo>
                  <a:lnTo>
                    <a:pt x="192777" y="11623"/>
                  </a:lnTo>
                  <a:lnTo>
                    <a:pt x="244720" y="1291"/>
                  </a:lnTo>
                  <a:lnTo>
                    <a:pt x="271462" y="0"/>
                  </a:lnTo>
                  <a:lnTo>
                    <a:pt x="298204" y="1291"/>
                  </a:lnTo>
                  <a:lnTo>
                    <a:pt x="350145" y="11623"/>
                  </a:lnTo>
                  <a:lnTo>
                    <a:pt x="399558" y="32090"/>
                  </a:lnTo>
                  <a:lnTo>
                    <a:pt x="443592" y="61513"/>
                  </a:lnTo>
                  <a:lnTo>
                    <a:pt x="481411" y="99331"/>
                  </a:lnTo>
                  <a:lnTo>
                    <a:pt x="510833" y="143366"/>
                  </a:lnTo>
                  <a:lnTo>
                    <a:pt x="531301" y="192778"/>
                  </a:lnTo>
                  <a:lnTo>
                    <a:pt x="541633" y="244720"/>
                  </a:lnTo>
                  <a:lnTo>
                    <a:pt x="542925" y="271462"/>
                  </a:lnTo>
                  <a:lnTo>
                    <a:pt x="541633" y="298204"/>
                  </a:lnTo>
                  <a:lnTo>
                    <a:pt x="531300" y="350146"/>
                  </a:lnTo>
                  <a:lnTo>
                    <a:pt x="510833" y="399558"/>
                  </a:lnTo>
                  <a:lnTo>
                    <a:pt x="481411" y="443592"/>
                  </a:lnTo>
                  <a:lnTo>
                    <a:pt x="443592" y="481411"/>
                  </a:lnTo>
                  <a:lnTo>
                    <a:pt x="399558" y="510834"/>
                  </a:lnTo>
                  <a:lnTo>
                    <a:pt x="350145" y="531301"/>
                  </a:lnTo>
                  <a:lnTo>
                    <a:pt x="298204" y="541633"/>
                  </a:lnTo>
                  <a:lnTo>
                    <a:pt x="271462" y="542925"/>
                  </a:lnTo>
                  <a:close/>
                </a:path>
              </a:pathLst>
            </a:custGeom>
            <a:solidFill>
              <a:srgbClr val="1E2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87875" y="2161530"/>
            <a:ext cx="154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68700" y="2832868"/>
            <a:ext cx="2181860" cy="53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415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Feature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Two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Describe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a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core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feature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capability.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96012" y="1776412"/>
            <a:ext cx="2609850" cy="4162425"/>
            <a:chOff x="6196012" y="1776412"/>
            <a:chExt cx="2609850" cy="4162425"/>
          </a:xfrm>
        </p:grpSpPr>
        <p:sp>
          <p:nvSpPr>
            <p:cNvPr id="21" name="object 21"/>
            <p:cNvSpPr/>
            <p:nvPr/>
          </p:nvSpPr>
          <p:spPr>
            <a:xfrm>
              <a:off x="6200775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2527204" y="4152900"/>
                  </a:moveTo>
                  <a:lnTo>
                    <a:pt x="73121" y="4152900"/>
                  </a:lnTo>
                  <a:lnTo>
                    <a:pt x="58531" y="4151561"/>
                  </a:lnTo>
                  <a:lnTo>
                    <a:pt x="21416" y="4131483"/>
                  </a:lnTo>
                  <a:lnTo>
                    <a:pt x="1338" y="4094368"/>
                  </a:lnTo>
                  <a:lnTo>
                    <a:pt x="0" y="4079778"/>
                  </a:lnTo>
                  <a:lnTo>
                    <a:pt x="0" y="73121"/>
                  </a:lnTo>
                  <a:lnTo>
                    <a:pt x="12046" y="32679"/>
                  </a:lnTo>
                  <a:lnTo>
                    <a:pt x="45050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00775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0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4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  <a:path w="2600325" h="4152900">
                  <a:moveTo>
                    <a:pt x="0" y="73121"/>
                  </a:moveTo>
                  <a:lnTo>
                    <a:pt x="12046" y="32679"/>
                  </a:lnTo>
                  <a:lnTo>
                    <a:pt x="45050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4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229475" y="205740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5"/>
                  </a:moveTo>
                  <a:lnTo>
                    <a:pt x="218492" y="537758"/>
                  </a:lnTo>
                  <a:lnTo>
                    <a:pt x="167577" y="522261"/>
                  </a:lnTo>
                  <a:lnTo>
                    <a:pt x="120617" y="497217"/>
                  </a:lnTo>
                  <a:lnTo>
                    <a:pt x="79509" y="463415"/>
                  </a:lnTo>
                  <a:lnTo>
                    <a:pt x="45706" y="422307"/>
                  </a:lnTo>
                  <a:lnTo>
                    <a:pt x="20662" y="375346"/>
                  </a:lnTo>
                  <a:lnTo>
                    <a:pt x="5165" y="324432"/>
                  </a:lnTo>
                  <a:lnTo>
                    <a:pt x="0" y="271462"/>
                  </a:lnTo>
                  <a:lnTo>
                    <a:pt x="1291" y="244720"/>
                  </a:lnTo>
                  <a:lnTo>
                    <a:pt x="11622" y="192778"/>
                  </a:lnTo>
                  <a:lnTo>
                    <a:pt x="32090" y="143366"/>
                  </a:lnTo>
                  <a:lnTo>
                    <a:pt x="61513" y="99331"/>
                  </a:lnTo>
                  <a:lnTo>
                    <a:pt x="99331" y="61513"/>
                  </a:lnTo>
                  <a:lnTo>
                    <a:pt x="143365" y="32090"/>
                  </a:lnTo>
                  <a:lnTo>
                    <a:pt x="192777" y="11623"/>
                  </a:lnTo>
                  <a:lnTo>
                    <a:pt x="244720" y="1291"/>
                  </a:lnTo>
                  <a:lnTo>
                    <a:pt x="271462" y="0"/>
                  </a:lnTo>
                  <a:lnTo>
                    <a:pt x="298204" y="1291"/>
                  </a:lnTo>
                  <a:lnTo>
                    <a:pt x="350145" y="11623"/>
                  </a:lnTo>
                  <a:lnTo>
                    <a:pt x="399557" y="32090"/>
                  </a:lnTo>
                  <a:lnTo>
                    <a:pt x="443592" y="61513"/>
                  </a:lnTo>
                  <a:lnTo>
                    <a:pt x="481411" y="99331"/>
                  </a:lnTo>
                  <a:lnTo>
                    <a:pt x="510833" y="143366"/>
                  </a:lnTo>
                  <a:lnTo>
                    <a:pt x="531300" y="192778"/>
                  </a:lnTo>
                  <a:lnTo>
                    <a:pt x="541633" y="244720"/>
                  </a:lnTo>
                  <a:lnTo>
                    <a:pt x="542925" y="271462"/>
                  </a:lnTo>
                  <a:lnTo>
                    <a:pt x="541633" y="298204"/>
                  </a:lnTo>
                  <a:lnTo>
                    <a:pt x="531301" y="350146"/>
                  </a:lnTo>
                  <a:lnTo>
                    <a:pt x="510833" y="399558"/>
                  </a:lnTo>
                  <a:lnTo>
                    <a:pt x="481411" y="443592"/>
                  </a:lnTo>
                  <a:lnTo>
                    <a:pt x="443592" y="481411"/>
                  </a:lnTo>
                  <a:lnTo>
                    <a:pt x="399557" y="510834"/>
                  </a:lnTo>
                  <a:lnTo>
                    <a:pt x="350145" y="531301"/>
                  </a:lnTo>
                  <a:lnTo>
                    <a:pt x="298204" y="541633"/>
                  </a:lnTo>
                  <a:lnTo>
                    <a:pt x="271462" y="542925"/>
                  </a:lnTo>
                  <a:close/>
                </a:path>
              </a:pathLst>
            </a:custGeom>
            <a:solidFill>
              <a:srgbClr val="1E2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416800" y="2161530"/>
            <a:ext cx="154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07150" y="2832868"/>
            <a:ext cx="2181860" cy="53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Feature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Three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Describe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a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core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feature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capability.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24937" y="1776412"/>
            <a:ext cx="2609850" cy="4162425"/>
            <a:chOff x="9024937" y="1776412"/>
            <a:chExt cx="2609850" cy="4162425"/>
          </a:xfrm>
        </p:grpSpPr>
        <p:sp>
          <p:nvSpPr>
            <p:cNvPr id="27" name="object 27"/>
            <p:cNvSpPr/>
            <p:nvPr/>
          </p:nvSpPr>
          <p:spPr>
            <a:xfrm>
              <a:off x="9029700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2527204" y="4152900"/>
                  </a:moveTo>
                  <a:lnTo>
                    <a:pt x="73121" y="4152900"/>
                  </a:lnTo>
                  <a:lnTo>
                    <a:pt x="58531" y="4151561"/>
                  </a:lnTo>
                  <a:lnTo>
                    <a:pt x="21416" y="4131483"/>
                  </a:lnTo>
                  <a:lnTo>
                    <a:pt x="1338" y="4094368"/>
                  </a:lnTo>
                  <a:lnTo>
                    <a:pt x="0" y="4079778"/>
                  </a:lnTo>
                  <a:lnTo>
                    <a:pt x="0" y="73121"/>
                  </a:lnTo>
                  <a:lnTo>
                    <a:pt x="12045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029700" y="1781175"/>
              <a:ext cx="2600325" cy="4152900"/>
            </a:xfrm>
            <a:custGeom>
              <a:avLst/>
              <a:gdLst/>
              <a:ahLst/>
              <a:cxnLst/>
              <a:rect l="l" t="t" r="r" b="b"/>
              <a:pathLst>
                <a:path w="2600325" h="4152900">
                  <a:moveTo>
                    <a:pt x="0" y="73121"/>
                  </a:moveTo>
                  <a:lnTo>
                    <a:pt x="12045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3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  <a:path w="2600325" h="4152900">
                  <a:moveTo>
                    <a:pt x="0" y="73121"/>
                  </a:moveTo>
                  <a:lnTo>
                    <a:pt x="12045" y="32679"/>
                  </a:lnTo>
                  <a:lnTo>
                    <a:pt x="45051" y="5354"/>
                  </a:lnTo>
                  <a:lnTo>
                    <a:pt x="73121" y="0"/>
                  </a:lnTo>
                  <a:lnTo>
                    <a:pt x="2527204" y="0"/>
                  </a:lnTo>
                  <a:lnTo>
                    <a:pt x="2567645" y="12046"/>
                  </a:lnTo>
                  <a:lnTo>
                    <a:pt x="2594970" y="45051"/>
                  </a:lnTo>
                  <a:lnTo>
                    <a:pt x="2600325" y="73121"/>
                  </a:lnTo>
                  <a:lnTo>
                    <a:pt x="2600325" y="4079778"/>
                  </a:lnTo>
                  <a:lnTo>
                    <a:pt x="2588277" y="4120220"/>
                  </a:lnTo>
                  <a:lnTo>
                    <a:pt x="2555274" y="4147545"/>
                  </a:lnTo>
                  <a:lnTo>
                    <a:pt x="2527204" y="4152900"/>
                  </a:lnTo>
                  <a:lnTo>
                    <a:pt x="73121" y="4152900"/>
                  </a:lnTo>
                  <a:lnTo>
                    <a:pt x="32679" y="4140853"/>
                  </a:lnTo>
                  <a:lnTo>
                    <a:pt x="5353" y="4107849"/>
                  </a:lnTo>
                  <a:lnTo>
                    <a:pt x="0" y="4079778"/>
                  </a:lnTo>
                  <a:lnTo>
                    <a:pt x="0" y="7312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058400" y="2057400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5"/>
                  </a:moveTo>
                  <a:lnTo>
                    <a:pt x="218492" y="537758"/>
                  </a:lnTo>
                  <a:lnTo>
                    <a:pt x="167577" y="522261"/>
                  </a:lnTo>
                  <a:lnTo>
                    <a:pt x="120617" y="497217"/>
                  </a:lnTo>
                  <a:lnTo>
                    <a:pt x="79509" y="463415"/>
                  </a:lnTo>
                  <a:lnTo>
                    <a:pt x="45706" y="422307"/>
                  </a:lnTo>
                  <a:lnTo>
                    <a:pt x="20662" y="375346"/>
                  </a:lnTo>
                  <a:lnTo>
                    <a:pt x="5165" y="324432"/>
                  </a:lnTo>
                  <a:lnTo>
                    <a:pt x="0" y="271462"/>
                  </a:lnTo>
                  <a:lnTo>
                    <a:pt x="1291" y="244720"/>
                  </a:lnTo>
                  <a:lnTo>
                    <a:pt x="11622" y="192778"/>
                  </a:lnTo>
                  <a:lnTo>
                    <a:pt x="32089" y="143366"/>
                  </a:lnTo>
                  <a:lnTo>
                    <a:pt x="61512" y="99331"/>
                  </a:lnTo>
                  <a:lnTo>
                    <a:pt x="99331" y="61513"/>
                  </a:lnTo>
                  <a:lnTo>
                    <a:pt x="143365" y="32090"/>
                  </a:lnTo>
                  <a:lnTo>
                    <a:pt x="192777" y="11623"/>
                  </a:lnTo>
                  <a:lnTo>
                    <a:pt x="244720" y="1291"/>
                  </a:lnTo>
                  <a:lnTo>
                    <a:pt x="271462" y="0"/>
                  </a:lnTo>
                  <a:lnTo>
                    <a:pt x="298203" y="1291"/>
                  </a:lnTo>
                  <a:lnTo>
                    <a:pt x="350144" y="11623"/>
                  </a:lnTo>
                  <a:lnTo>
                    <a:pt x="399556" y="32090"/>
                  </a:lnTo>
                  <a:lnTo>
                    <a:pt x="443592" y="61513"/>
                  </a:lnTo>
                  <a:lnTo>
                    <a:pt x="481410" y="99331"/>
                  </a:lnTo>
                  <a:lnTo>
                    <a:pt x="510832" y="143366"/>
                  </a:lnTo>
                  <a:lnTo>
                    <a:pt x="531299" y="192778"/>
                  </a:lnTo>
                  <a:lnTo>
                    <a:pt x="541633" y="244720"/>
                  </a:lnTo>
                  <a:lnTo>
                    <a:pt x="542925" y="271462"/>
                  </a:lnTo>
                  <a:lnTo>
                    <a:pt x="541633" y="298204"/>
                  </a:lnTo>
                  <a:lnTo>
                    <a:pt x="531299" y="350146"/>
                  </a:lnTo>
                  <a:lnTo>
                    <a:pt x="510832" y="399558"/>
                  </a:lnTo>
                  <a:lnTo>
                    <a:pt x="481410" y="443592"/>
                  </a:lnTo>
                  <a:lnTo>
                    <a:pt x="443592" y="481411"/>
                  </a:lnTo>
                  <a:lnTo>
                    <a:pt x="399556" y="510834"/>
                  </a:lnTo>
                  <a:lnTo>
                    <a:pt x="350144" y="531301"/>
                  </a:lnTo>
                  <a:lnTo>
                    <a:pt x="298203" y="541633"/>
                  </a:lnTo>
                  <a:lnTo>
                    <a:pt x="271462" y="542925"/>
                  </a:lnTo>
                  <a:close/>
                </a:path>
              </a:pathLst>
            </a:custGeom>
            <a:solidFill>
              <a:srgbClr val="1E2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245725" y="2161530"/>
            <a:ext cx="154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36075" y="2832868"/>
            <a:ext cx="2181860" cy="53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Feature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Four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Describe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a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core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feature </a:t>
            </a:r>
            <a:r>
              <a:rPr dirty="0" sz="105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050" spc="-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B6472"/>
                </a:solidFill>
                <a:latin typeface="Roboto"/>
                <a:cs typeface="Roboto"/>
              </a:rPr>
              <a:t>capability.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33" name="object 33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101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HOW</a:t>
            </a:r>
            <a:r>
              <a:rPr dirty="0" sz="1200" spc="-6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IT'S</a:t>
            </a:r>
            <a:r>
              <a:rPr dirty="0" sz="1200" spc="-20" b="1">
                <a:solidFill>
                  <a:srgbClr val="B8933F"/>
                </a:solidFill>
                <a:latin typeface="Roboto"/>
                <a:cs typeface="Roboto"/>
              </a:rPr>
              <a:t> BUILT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 </a:t>
            </a:r>
            <a:r>
              <a:rPr dirty="0" spc="-20"/>
              <a:t>Stack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681162"/>
            <a:ext cx="11096625" cy="1971675"/>
            <a:chOff x="538162" y="1681162"/>
            <a:chExt cx="11096625" cy="1971675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11014088" y="1962150"/>
                  </a:moveTo>
                  <a:lnTo>
                    <a:pt x="73011" y="1962150"/>
                  </a:lnTo>
                  <a:lnTo>
                    <a:pt x="58444" y="1960813"/>
                  </a:lnTo>
                  <a:lnTo>
                    <a:pt x="21384" y="1940765"/>
                  </a:lnTo>
                  <a:lnTo>
                    <a:pt x="1336" y="1903706"/>
                  </a:lnTo>
                  <a:lnTo>
                    <a:pt x="0" y="1889138"/>
                  </a:lnTo>
                  <a:lnTo>
                    <a:pt x="0" y="73011"/>
                  </a:ln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8825" y="1766843"/>
            <a:ext cx="5288280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Technologies</a:t>
            </a:r>
            <a:r>
              <a:rPr dirty="0" sz="1300" spc="-5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used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List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languages,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frameworks,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tools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used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across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frontend,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backend,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AI/ML.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8162" y="3786187"/>
            <a:ext cx="5400675" cy="2152650"/>
            <a:chOff x="538162" y="3786187"/>
            <a:chExt cx="5400675" cy="2152650"/>
          </a:xfrm>
        </p:grpSpPr>
        <p:sp>
          <p:nvSpPr>
            <p:cNvPr id="13" name="object 13"/>
            <p:cNvSpPr/>
            <p:nvPr/>
          </p:nvSpPr>
          <p:spPr>
            <a:xfrm>
              <a:off x="54292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5318198" y="2143125"/>
                  </a:moveTo>
                  <a:lnTo>
                    <a:pt x="72951" y="2143125"/>
                  </a:lnTo>
                  <a:lnTo>
                    <a:pt x="58396" y="2141789"/>
                  </a:lnTo>
                  <a:lnTo>
                    <a:pt x="21367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292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8825" y="3851087"/>
            <a:ext cx="3754120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APIs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&amp;</a:t>
            </a:r>
            <a:r>
              <a:rPr dirty="0" sz="1300" spc="3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integrations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Any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B6472"/>
                </a:solidFill>
                <a:latin typeface="Roboto"/>
                <a:cs typeface="Roboto"/>
              </a:rPr>
              <a:t>third-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party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APIs,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SDKs,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services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your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project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relies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on.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34112" y="3786187"/>
            <a:ext cx="5400675" cy="2152650"/>
            <a:chOff x="6234112" y="3786187"/>
            <a:chExt cx="5400675" cy="2152650"/>
          </a:xfrm>
        </p:grpSpPr>
        <p:sp>
          <p:nvSpPr>
            <p:cNvPr id="17" name="object 17"/>
            <p:cNvSpPr/>
            <p:nvPr/>
          </p:nvSpPr>
          <p:spPr>
            <a:xfrm>
              <a:off x="623887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5318198" y="2143125"/>
                  </a:moveTo>
                  <a:lnTo>
                    <a:pt x="72952" y="2143125"/>
                  </a:lnTo>
                  <a:lnTo>
                    <a:pt x="58396" y="2141789"/>
                  </a:lnTo>
                  <a:lnTo>
                    <a:pt x="21366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38875" y="3790950"/>
              <a:ext cx="5391150" cy="2143125"/>
            </a:xfrm>
            <a:custGeom>
              <a:avLst/>
              <a:gdLst/>
              <a:ahLst/>
              <a:cxnLst/>
              <a:rect l="l" t="t" r="r" b="b"/>
              <a:pathLst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2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539115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2" y="0"/>
                  </a:lnTo>
                  <a:lnTo>
                    <a:pt x="5318198" y="0"/>
                  </a:lnTo>
                  <a:lnTo>
                    <a:pt x="5358545" y="12019"/>
                  </a:lnTo>
                  <a:lnTo>
                    <a:pt x="5385808" y="44946"/>
                  </a:lnTo>
                  <a:lnTo>
                    <a:pt x="5391150" y="72952"/>
                  </a:lnTo>
                  <a:lnTo>
                    <a:pt x="5391150" y="2070173"/>
                  </a:lnTo>
                  <a:lnTo>
                    <a:pt x="5379130" y="2110520"/>
                  </a:lnTo>
                  <a:lnTo>
                    <a:pt x="5346202" y="2137783"/>
                  </a:lnTo>
                  <a:lnTo>
                    <a:pt x="5318198" y="2143125"/>
                  </a:lnTo>
                  <a:lnTo>
                    <a:pt x="72952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54775" y="3851087"/>
            <a:ext cx="3481704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Data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&amp;</a:t>
            </a:r>
            <a:r>
              <a:rPr dirty="0" sz="1300" spc="-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infrastructure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Database,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cloud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platform,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hosting,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deployment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setup.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21" name="object 21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05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676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HOW</a:t>
            </a:r>
            <a:r>
              <a:rPr dirty="0" sz="1200" spc="-2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IT</a:t>
            </a:r>
            <a:r>
              <a:rPr dirty="0" sz="1200" spc="2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ALL</a:t>
            </a:r>
            <a:r>
              <a:rPr dirty="0" sz="1200" spc="-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CONNECTS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80"/>
              <a:t> </a:t>
            </a:r>
            <a:r>
              <a:rPr dirty="0" spc="-10"/>
              <a:t>Architecture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676400"/>
            <a:ext cx="11106150" cy="4267200"/>
            <a:chOff x="533400" y="1676400"/>
            <a:chExt cx="11106150" cy="4267200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11087100" cy="4248150"/>
            </a:xfrm>
            <a:custGeom>
              <a:avLst/>
              <a:gdLst/>
              <a:ahLst/>
              <a:cxnLst/>
              <a:rect l="l" t="t" r="r" b="b"/>
              <a:pathLst>
                <a:path w="11087100" h="4248150">
                  <a:moveTo>
                    <a:pt x="11014032" y="4248150"/>
                  </a:moveTo>
                  <a:lnTo>
                    <a:pt x="73068" y="4248150"/>
                  </a:lnTo>
                  <a:lnTo>
                    <a:pt x="58489" y="4246812"/>
                  </a:lnTo>
                  <a:lnTo>
                    <a:pt x="21401" y="4226748"/>
                  </a:lnTo>
                  <a:lnTo>
                    <a:pt x="1337" y="4189660"/>
                  </a:lnTo>
                  <a:lnTo>
                    <a:pt x="0" y="4175081"/>
                  </a:lnTo>
                  <a:lnTo>
                    <a:pt x="0" y="73068"/>
                  </a:ln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11014032" y="0"/>
                  </a:lnTo>
                  <a:lnTo>
                    <a:pt x="11054443" y="12038"/>
                  </a:lnTo>
                  <a:lnTo>
                    <a:pt x="11081749" y="45018"/>
                  </a:lnTo>
                  <a:lnTo>
                    <a:pt x="11087100" y="73068"/>
                  </a:lnTo>
                  <a:lnTo>
                    <a:pt x="11087100" y="4175081"/>
                  </a:lnTo>
                  <a:lnTo>
                    <a:pt x="11075062" y="4215493"/>
                  </a:lnTo>
                  <a:lnTo>
                    <a:pt x="11042082" y="4242799"/>
                  </a:lnTo>
                  <a:lnTo>
                    <a:pt x="11014032" y="4248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11087100" cy="4248150"/>
            </a:xfrm>
            <a:custGeom>
              <a:avLst/>
              <a:gdLst/>
              <a:ahLst/>
              <a:cxnLst/>
              <a:rect l="l" t="t" r="r" b="b"/>
              <a:pathLst>
                <a:path w="11087100" h="4248150">
                  <a:moveTo>
                    <a:pt x="0" y="73068"/>
                  </a:move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11014032" y="0"/>
                  </a:lnTo>
                  <a:lnTo>
                    <a:pt x="11054443" y="12038"/>
                  </a:lnTo>
                  <a:lnTo>
                    <a:pt x="11081749" y="45018"/>
                  </a:lnTo>
                  <a:lnTo>
                    <a:pt x="11087100" y="73068"/>
                  </a:lnTo>
                  <a:lnTo>
                    <a:pt x="11087100" y="4175081"/>
                  </a:lnTo>
                  <a:lnTo>
                    <a:pt x="11075062" y="4215493"/>
                  </a:lnTo>
                  <a:lnTo>
                    <a:pt x="11042082" y="4242799"/>
                  </a:lnTo>
                  <a:lnTo>
                    <a:pt x="11014032" y="4248150"/>
                  </a:lnTo>
                  <a:lnTo>
                    <a:pt x="73068" y="4248150"/>
                  </a:lnTo>
                  <a:lnTo>
                    <a:pt x="32655" y="4236111"/>
                  </a:lnTo>
                  <a:lnTo>
                    <a:pt x="5350" y="4203131"/>
                  </a:lnTo>
                  <a:lnTo>
                    <a:pt x="0" y="4175081"/>
                  </a:lnTo>
                  <a:lnTo>
                    <a:pt x="0" y="73068"/>
                  </a:lnTo>
                  <a:close/>
                </a:path>
                <a:path w="11087100" h="4248150">
                  <a:moveTo>
                    <a:pt x="0" y="73068"/>
                  </a:move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11014032" y="0"/>
                  </a:lnTo>
                  <a:lnTo>
                    <a:pt x="11054443" y="12038"/>
                  </a:lnTo>
                  <a:lnTo>
                    <a:pt x="11081749" y="45018"/>
                  </a:lnTo>
                  <a:lnTo>
                    <a:pt x="11087100" y="73068"/>
                  </a:lnTo>
                  <a:lnTo>
                    <a:pt x="11087100" y="4175081"/>
                  </a:lnTo>
                  <a:lnTo>
                    <a:pt x="11075062" y="4215493"/>
                  </a:lnTo>
                  <a:lnTo>
                    <a:pt x="11042082" y="4242799"/>
                  </a:lnTo>
                  <a:lnTo>
                    <a:pt x="11014032" y="4248150"/>
                  </a:lnTo>
                  <a:lnTo>
                    <a:pt x="73068" y="4248150"/>
                  </a:lnTo>
                  <a:lnTo>
                    <a:pt x="32655" y="4236111"/>
                  </a:lnTo>
                  <a:lnTo>
                    <a:pt x="5350" y="4203131"/>
                  </a:lnTo>
                  <a:lnTo>
                    <a:pt x="0" y="4175081"/>
                  </a:lnTo>
                  <a:lnTo>
                    <a:pt x="0" y="73068"/>
                  </a:lnTo>
                  <a:close/>
                </a:path>
              </a:pathLst>
            </a:custGeom>
            <a:ln w="19050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06450" y="1899418"/>
            <a:ext cx="25063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Architecture</a:t>
            </a:r>
            <a:r>
              <a:rPr dirty="0" sz="1300" spc="1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/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60" b="1">
                <a:solidFill>
                  <a:srgbClr val="1E2A4A"/>
                </a:solidFill>
                <a:latin typeface="Roboto"/>
                <a:cs typeface="Roboto"/>
              </a:rPr>
              <a:t>Data-</a:t>
            </a:r>
            <a:r>
              <a:rPr dirty="0" sz="1300" spc="-17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Flow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Diagram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7300" y="3767236"/>
            <a:ext cx="45777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[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Paste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insert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5B6472"/>
                </a:solidFill>
                <a:latin typeface="Roboto"/>
                <a:cs typeface="Roboto"/>
              </a:rPr>
              <a:t>your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system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B6472"/>
                </a:solidFill>
                <a:latin typeface="Roboto"/>
                <a:cs typeface="Roboto"/>
              </a:rPr>
              <a:t>architecture</a:t>
            </a:r>
            <a:r>
              <a:rPr dirty="0" sz="12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/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60">
                <a:solidFill>
                  <a:srgbClr val="5B6472"/>
                </a:solidFill>
                <a:latin typeface="Roboto"/>
                <a:cs typeface="Roboto"/>
              </a:rPr>
              <a:t>data-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ﬂow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B6472"/>
                </a:solidFill>
                <a:latin typeface="Roboto"/>
                <a:cs typeface="Roboto"/>
              </a:rPr>
              <a:t>diagram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here</a:t>
            </a:r>
            <a:r>
              <a:rPr dirty="0" sz="12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5B6472"/>
                </a:solidFill>
                <a:latin typeface="Roboto"/>
                <a:cs typeface="Roboto"/>
              </a:rPr>
              <a:t>]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14" name="object 14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06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245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SEE</a:t>
            </a:r>
            <a:r>
              <a:rPr dirty="0" sz="1200" spc="-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IT</a:t>
            </a:r>
            <a:r>
              <a:rPr dirty="0" sz="1200" spc="3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IN</a:t>
            </a:r>
            <a:r>
              <a:rPr dirty="0" sz="1200" spc="-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ACTION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Prototype</a:t>
            </a:r>
            <a:r>
              <a:rPr dirty="0" spc="-114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20"/>
              <a:t>Links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676400"/>
            <a:ext cx="6505575" cy="4267200"/>
            <a:chOff x="533400" y="1676400"/>
            <a:chExt cx="6505575" cy="4267200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6486525" cy="4248150"/>
            </a:xfrm>
            <a:custGeom>
              <a:avLst/>
              <a:gdLst/>
              <a:ahLst/>
              <a:cxnLst/>
              <a:rect l="l" t="t" r="r" b="b"/>
              <a:pathLst>
                <a:path w="6486525" h="4248150">
                  <a:moveTo>
                    <a:pt x="6413456" y="4248150"/>
                  </a:moveTo>
                  <a:lnTo>
                    <a:pt x="73068" y="4248150"/>
                  </a:lnTo>
                  <a:lnTo>
                    <a:pt x="58489" y="4246812"/>
                  </a:lnTo>
                  <a:lnTo>
                    <a:pt x="21401" y="4226748"/>
                  </a:lnTo>
                  <a:lnTo>
                    <a:pt x="1337" y="4189660"/>
                  </a:lnTo>
                  <a:lnTo>
                    <a:pt x="0" y="4175081"/>
                  </a:lnTo>
                  <a:lnTo>
                    <a:pt x="0" y="73068"/>
                  </a:ln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6413456" y="0"/>
                  </a:lnTo>
                  <a:lnTo>
                    <a:pt x="6453868" y="12038"/>
                  </a:lnTo>
                  <a:lnTo>
                    <a:pt x="6481174" y="45018"/>
                  </a:lnTo>
                  <a:lnTo>
                    <a:pt x="6486525" y="73068"/>
                  </a:lnTo>
                  <a:lnTo>
                    <a:pt x="6486525" y="4175081"/>
                  </a:lnTo>
                  <a:lnTo>
                    <a:pt x="6474486" y="4215493"/>
                  </a:lnTo>
                  <a:lnTo>
                    <a:pt x="6441505" y="4242799"/>
                  </a:lnTo>
                  <a:lnTo>
                    <a:pt x="6413456" y="4248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6486525" cy="4248150"/>
            </a:xfrm>
            <a:custGeom>
              <a:avLst/>
              <a:gdLst/>
              <a:ahLst/>
              <a:cxnLst/>
              <a:rect l="l" t="t" r="r" b="b"/>
              <a:pathLst>
                <a:path w="6486525" h="4248150">
                  <a:moveTo>
                    <a:pt x="0" y="73068"/>
                  </a:move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6413456" y="0"/>
                  </a:lnTo>
                  <a:lnTo>
                    <a:pt x="6453868" y="12038"/>
                  </a:lnTo>
                  <a:lnTo>
                    <a:pt x="6481174" y="45018"/>
                  </a:lnTo>
                  <a:lnTo>
                    <a:pt x="6486525" y="73068"/>
                  </a:lnTo>
                  <a:lnTo>
                    <a:pt x="6486525" y="4175081"/>
                  </a:lnTo>
                  <a:lnTo>
                    <a:pt x="6474486" y="4215493"/>
                  </a:lnTo>
                  <a:lnTo>
                    <a:pt x="6441505" y="4242799"/>
                  </a:lnTo>
                  <a:lnTo>
                    <a:pt x="6413456" y="4248150"/>
                  </a:lnTo>
                  <a:lnTo>
                    <a:pt x="73068" y="4248150"/>
                  </a:lnTo>
                  <a:lnTo>
                    <a:pt x="32655" y="4236111"/>
                  </a:lnTo>
                  <a:lnTo>
                    <a:pt x="5350" y="4203131"/>
                  </a:lnTo>
                  <a:lnTo>
                    <a:pt x="0" y="4175081"/>
                  </a:lnTo>
                  <a:lnTo>
                    <a:pt x="0" y="73068"/>
                  </a:lnTo>
                  <a:close/>
                </a:path>
                <a:path w="6486525" h="4248150">
                  <a:moveTo>
                    <a:pt x="0" y="73068"/>
                  </a:moveTo>
                  <a:lnTo>
                    <a:pt x="12038" y="32655"/>
                  </a:lnTo>
                  <a:lnTo>
                    <a:pt x="45018" y="5350"/>
                  </a:lnTo>
                  <a:lnTo>
                    <a:pt x="73068" y="0"/>
                  </a:lnTo>
                  <a:lnTo>
                    <a:pt x="6413456" y="0"/>
                  </a:lnTo>
                  <a:lnTo>
                    <a:pt x="6453868" y="12038"/>
                  </a:lnTo>
                  <a:lnTo>
                    <a:pt x="6481174" y="45018"/>
                  </a:lnTo>
                  <a:lnTo>
                    <a:pt x="6486525" y="73068"/>
                  </a:lnTo>
                  <a:lnTo>
                    <a:pt x="6486525" y="4175081"/>
                  </a:lnTo>
                  <a:lnTo>
                    <a:pt x="6474486" y="4215493"/>
                  </a:lnTo>
                  <a:lnTo>
                    <a:pt x="6441505" y="4242799"/>
                  </a:lnTo>
                  <a:lnTo>
                    <a:pt x="6413456" y="4248150"/>
                  </a:lnTo>
                  <a:lnTo>
                    <a:pt x="73068" y="4248150"/>
                  </a:lnTo>
                  <a:lnTo>
                    <a:pt x="32655" y="4236111"/>
                  </a:lnTo>
                  <a:lnTo>
                    <a:pt x="5350" y="4203131"/>
                  </a:lnTo>
                  <a:lnTo>
                    <a:pt x="0" y="4175081"/>
                  </a:lnTo>
                  <a:lnTo>
                    <a:pt x="0" y="73068"/>
                  </a:lnTo>
                  <a:close/>
                </a:path>
              </a:pathLst>
            </a:custGeom>
            <a:ln w="19050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06450" y="1899418"/>
            <a:ext cx="13855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Prototype</a:t>
            </a:r>
            <a:r>
              <a:rPr dirty="0" sz="1300" spc="-8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Preview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5050" y="3767236"/>
            <a:ext cx="5504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[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Insert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B6472"/>
                </a:solidFill>
                <a:latin typeface="Roboto"/>
                <a:cs typeface="Roboto"/>
              </a:rPr>
              <a:t>screenshot(s)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a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QR</a:t>
            </a:r>
            <a:r>
              <a:rPr dirty="0" sz="12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code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B6472"/>
                </a:solidFill>
                <a:latin typeface="Roboto"/>
                <a:cs typeface="Roboto"/>
              </a:rPr>
              <a:t>linking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to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5B6472"/>
                </a:solidFill>
                <a:latin typeface="Roboto"/>
                <a:cs typeface="Roboto"/>
              </a:rPr>
              <a:t>your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live</a:t>
            </a:r>
            <a:r>
              <a:rPr dirty="0" sz="12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demo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/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B6472"/>
                </a:solidFill>
                <a:latin typeface="Roboto"/>
                <a:cs typeface="Roboto"/>
              </a:rPr>
              <a:t>video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5B6472"/>
                </a:solidFill>
                <a:latin typeface="Roboto"/>
                <a:cs typeface="Roboto"/>
              </a:rPr>
              <a:t>walkthrough</a:t>
            </a:r>
            <a:r>
              <a:rPr dirty="0" sz="12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5B6472"/>
                </a:solidFill>
                <a:latin typeface="Roboto"/>
                <a:cs typeface="Roboto"/>
              </a:rPr>
              <a:t>]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43762" y="1681162"/>
            <a:ext cx="4391025" cy="1333500"/>
            <a:chOff x="7243762" y="1681162"/>
            <a:chExt cx="4391025" cy="1333500"/>
          </a:xfrm>
        </p:grpSpPr>
        <p:sp>
          <p:nvSpPr>
            <p:cNvPr id="14" name="object 14"/>
            <p:cNvSpPr/>
            <p:nvPr/>
          </p:nvSpPr>
          <p:spPr>
            <a:xfrm>
              <a:off x="7248525" y="1685925"/>
              <a:ext cx="4381500" cy="1323975"/>
            </a:xfrm>
            <a:custGeom>
              <a:avLst/>
              <a:gdLst/>
              <a:ahLst/>
              <a:cxnLst/>
              <a:rect l="l" t="t" r="r" b="b"/>
              <a:pathLst>
                <a:path w="4381500" h="1323975">
                  <a:moveTo>
                    <a:pt x="4308456" y="1323975"/>
                  </a:moveTo>
                  <a:lnTo>
                    <a:pt x="73043" y="1323975"/>
                  </a:lnTo>
                  <a:lnTo>
                    <a:pt x="58469" y="1322637"/>
                  </a:lnTo>
                  <a:lnTo>
                    <a:pt x="21394" y="1302580"/>
                  </a:lnTo>
                  <a:lnTo>
                    <a:pt x="1336" y="1265505"/>
                  </a:lnTo>
                  <a:lnTo>
                    <a:pt x="0" y="1250931"/>
                  </a:lnTo>
                  <a:lnTo>
                    <a:pt x="0" y="73043"/>
                  </a:ln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248525" y="1685925"/>
              <a:ext cx="4381500" cy="1323975"/>
            </a:xfrm>
            <a:custGeom>
              <a:avLst/>
              <a:gdLst/>
              <a:ahLst/>
              <a:cxnLst/>
              <a:rect l="l" t="t" r="r" b="b"/>
              <a:pathLst>
                <a:path w="4381500" h="1323975">
                  <a:moveTo>
                    <a:pt x="0" y="73043"/>
                  </a:move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lnTo>
                    <a:pt x="73043" y="1323975"/>
                  </a:lnTo>
                  <a:lnTo>
                    <a:pt x="32644" y="1311940"/>
                  </a:lnTo>
                  <a:lnTo>
                    <a:pt x="5348" y="1278971"/>
                  </a:lnTo>
                  <a:lnTo>
                    <a:pt x="0" y="1250931"/>
                  </a:lnTo>
                  <a:lnTo>
                    <a:pt x="0" y="73043"/>
                  </a:lnTo>
                  <a:close/>
                </a:path>
                <a:path w="4381500" h="1323975">
                  <a:moveTo>
                    <a:pt x="0" y="73043"/>
                  </a:move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lnTo>
                    <a:pt x="73043" y="1323975"/>
                  </a:lnTo>
                  <a:lnTo>
                    <a:pt x="32644" y="1311940"/>
                  </a:lnTo>
                  <a:lnTo>
                    <a:pt x="5348" y="1278971"/>
                  </a:lnTo>
                  <a:lnTo>
                    <a:pt x="0" y="1250931"/>
                  </a:lnTo>
                  <a:lnTo>
                    <a:pt x="0" y="73043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464425" y="1766843"/>
            <a:ext cx="2041525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GitHub</a:t>
            </a:r>
            <a:r>
              <a:rPr dirty="0" sz="1300" spc="-4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Repository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[</a:t>
            </a:r>
            <a:r>
              <a:rPr dirty="0" sz="1100" spc="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github.com/your-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team/project</a:t>
            </a:r>
            <a:r>
              <a:rPr dirty="0" sz="1100" spc="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B6472"/>
                </a:solidFill>
                <a:latin typeface="Roboto"/>
                <a:cs typeface="Roboto"/>
              </a:rPr>
              <a:t>]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43762" y="3148012"/>
            <a:ext cx="4391025" cy="1333500"/>
            <a:chOff x="7243762" y="3148012"/>
            <a:chExt cx="4391025" cy="1333500"/>
          </a:xfrm>
        </p:grpSpPr>
        <p:sp>
          <p:nvSpPr>
            <p:cNvPr id="18" name="object 18"/>
            <p:cNvSpPr/>
            <p:nvPr/>
          </p:nvSpPr>
          <p:spPr>
            <a:xfrm>
              <a:off x="7248525" y="3152775"/>
              <a:ext cx="4381500" cy="1323975"/>
            </a:xfrm>
            <a:custGeom>
              <a:avLst/>
              <a:gdLst/>
              <a:ahLst/>
              <a:cxnLst/>
              <a:rect l="l" t="t" r="r" b="b"/>
              <a:pathLst>
                <a:path w="4381500" h="1323975">
                  <a:moveTo>
                    <a:pt x="4308456" y="1323975"/>
                  </a:moveTo>
                  <a:lnTo>
                    <a:pt x="73043" y="1323975"/>
                  </a:lnTo>
                  <a:lnTo>
                    <a:pt x="58469" y="1322637"/>
                  </a:lnTo>
                  <a:lnTo>
                    <a:pt x="21394" y="1302580"/>
                  </a:lnTo>
                  <a:lnTo>
                    <a:pt x="1336" y="1265505"/>
                  </a:lnTo>
                  <a:lnTo>
                    <a:pt x="0" y="1250931"/>
                  </a:lnTo>
                  <a:lnTo>
                    <a:pt x="0" y="73043"/>
                  </a:ln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248525" y="3152775"/>
              <a:ext cx="4381500" cy="1323975"/>
            </a:xfrm>
            <a:custGeom>
              <a:avLst/>
              <a:gdLst/>
              <a:ahLst/>
              <a:cxnLst/>
              <a:rect l="l" t="t" r="r" b="b"/>
              <a:pathLst>
                <a:path w="4381500" h="1323975">
                  <a:moveTo>
                    <a:pt x="0" y="73043"/>
                  </a:move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lnTo>
                    <a:pt x="73043" y="1323975"/>
                  </a:lnTo>
                  <a:lnTo>
                    <a:pt x="32644" y="1311940"/>
                  </a:lnTo>
                  <a:lnTo>
                    <a:pt x="5348" y="1278971"/>
                  </a:lnTo>
                  <a:lnTo>
                    <a:pt x="0" y="1250931"/>
                  </a:lnTo>
                  <a:lnTo>
                    <a:pt x="0" y="73043"/>
                  </a:lnTo>
                  <a:close/>
                </a:path>
                <a:path w="4381500" h="1323975">
                  <a:moveTo>
                    <a:pt x="0" y="73043"/>
                  </a:moveTo>
                  <a:lnTo>
                    <a:pt x="12034" y="32644"/>
                  </a:lnTo>
                  <a:lnTo>
                    <a:pt x="45003" y="5348"/>
                  </a:lnTo>
                  <a:lnTo>
                    <a:pt x="73043" y="0"/>
                  </a:lnTo>
                  <a:lnTo>
                    <a:pt x="4308456" y="0"/>
                  </a:lnTo>
                  <a:lnTo>
                    <a:pt x="4348853" y="12034"/>
                  </a:lnTo>
                  <a:lnTo>
                    <a:pt x="4376151" y="45003"/>
                  </a:lnTo>
                  <a:lnTo>
                    <a:pt x="4381500" y="73043"/>
                  </a:lnTo>
                  <a:lnTo>
                    <a:pt x="4381500" y="1250931"/>
                  </a:lnTo>
                  <a:lnTo>
                    <a:pt x="4369465" y="1291329"/>
                  </a:lnTo>
                  <a:lnTo>
                    <a:pt x="4336495" y="1318626"/>
                  </a:lnTo>
                  <a:lnTo>
                    <a:pt x="4308456" y="1323975"/>
                  </a:lnTo>
                  <a:lnTo>
                    <a:pt x="73043" y="1323975"/>
                  </a:lnTo>
                  <a:lnTo>
                    <a:pt x="32644" y="1311940"/>
                  </a:lnTo>
                  <a:lnTo>
                    <a:pt x="5348" y="1278971"/>
                  </a:lnTo>
                  <a:lnTo>
                    <a:pt x="0" y="1250931"/>
                  </a:lnTo>
                  <a:lnTo>
                    <a:pt x="0" y="73043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64425" y="3212911"/>
            <a:ext cx="1985645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Live</a:t>
            </a:r>
            <a:r>
              <a:rPr dirty="0" sz="1300" spc="-1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Demo</a:t>
            </a:r>
            <a:r>
              <a:rPr dirty="0" sz="1300" spc="-3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/</a:t>
            </a:r>
            <a:r>
              <a:rPr dirty="0" sz="1300" spc="-7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Deployed</a:t>
            </a:r>
            <a:r>
              <a:rPr dirty="0" sz="1300" spc="-3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Link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[</a:t>
            </a:r>
            <a:r>
              <a:rPr dirty="0" sz="1100" spc="1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65">
                <a:solidFill>
                  <a:srgbClr val="5B6472"/>
                </a:solidFill>
                <a:latin typeface="Roboto"/>
                <a:cs typeface="Roboto"/>
              </a:rPr>
              <a:t>your-</a:t>
            </a:r>
            <a:r>
              <a:rPr dirty="0" sz="1100" spc="-70">
                <a:solidFill>
                  <a:srgbClr val="5B6472"/>
                </a:solidFill>
                <a:latin typeface="Roboto"/>
                <a:cs typeface="Roboto"/>
              </a:rPr>
              <a:t>app-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link.com</a:t>
            </a:r>
            <a:r>
              <a:rPr dirty="0" sz="1100" spc="1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B6472"/>
                </a:solidFill>
                <a:latin typeface="Roboto"/>
                <a:cs typeface="Roboto"/>
              </a:rPr>
              <a:t>]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43762" y="4605337"/>
            <a:ext cx="4391025" cy="1190625"/>
            <a:chOff x="7243762" y="4605337"/>
            <a:chExt cx="4391025" cy="1190625"/>
          </a:xfrm>
        </p:grpSpPr>
        <p:sp>
          <p:nvSpPr>
            <p:cNvPr id="22" name="object 22"/>
            <p:cNvSpPr/>
            <p:nvPr/>
          </p:nvSpPr>
          <p:spPr>
            <a:xfrm>
              <a:off x="7248525" y="4610100"/>
              <a:ext cx="4381500" cy="1181100"/>
            </a:xfrm>
            <a:custGeom>
              <a:avLst/>
              <a:gdLst/>
              <a:ahLst/>
              <a:cxnLst/>
              <a:rect l="l" t="t" r="r" b="b"/>
              <a:pathLst>
                <a:path w="4381500" h="1181100">
                  <a:moveTo>
                    <a:pt x="4308814" y="1181100"/>
                  </a:moveTo>
                  <a:lnTo>
                    <a:pt x="72685" y="1181100"/>
                  </a:lnTo>
                  <a:lnTo>
                    <a:pt x="58182" y="1179769"/>
                  </a:lnTo>
                  <a:lnTo>
                    <a:pt x="21289" y="1159810"/>
                  </a:lnTo>
                  <a:lnTo>
                    <a:pt x="1330" y="1122917"/>
                  </a:lnTo>
                  <a:lnTo>
                    <a:pt x="0" y="1108414"/>
                  </a:lnTo>
                  <a:lnTo>
                    <a:pt x="0" y="72684"/>
                  </a:lnTo>
                  <a:lnTo>
                    <a:pt x="11974" y="32484"/>
                  </a:lnTo>
                  <a:lnTo>
                    <a:pt x="44782" y="5322"/>
                  </a:lnTo>
                  <a:lnTo>
                    <a:pt x="72685" y="0"/>
                  </a:lnTo>
                  <a:lnTo>
                    <a:pt x="4308814" y="0"/>
                  </a:lnTo>
                  <a:lnTo>
                    <a:pt x="4349014" y="11974"/>
                  </a:lnTo>
                  <a:lnTo>
                    <a:pt x="4376177" y="44781"/>
                  </a:lnTo>
                  <a:lnTo>
                    <a:pt x="4381500" y="72684"/>
                  </a:lnTo>
                  <a:lnTo>
                    <a:pt x="4381500" y="1108414"/>
                  </a:lnTo>
                  <a:lnTo>
                    <a:pt x="4369524" y="1148615"/>
                  </a:lnTo>
                  <a:lnTo>
                    <a:pt x="4336716" y="1175777"/>
                  </a:lnTo>
                  <a:lnTo>
                    <a:pt x="4308814" y="1181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248525" y="4610100"/>
              <a:ext cx="4381500" cy="1181100"/>
            </a:xfrm>
            <a:custGeom>
              <a:avLst/>
              <a:gdLst/>
              <a:ahLst/>
              <a:cxnLst/>
              <a:rect l="l" t="t" r="r" b="b"/>
              <a:pathLst>
                <a:path w="4381500" h="1181100">
                  <a:moveTo>
                    <a:pt x="0" y="72684"/>
                  </a:moveTo>
                  <a:lnTo>
                    <a:pt x="11974" y="32484"/>
                  </a:lnTo>
                  <a:lnTo>
                    <a:pt x="44782" y="5322"/>
                  </a:lnTo>
                  <a:lnTo>
                    <a:pt x="72685" y="0"/>
                  </a:lnTo>
                  <a:lnTo>
                    <a:pt x="4308814" y="0"/>
                  </a:lnTo>
                  <a:lnTo>
                    <a:pt x="4349014" y="11974"/>
                  </a:lnTo>
                  <a:lnTo>
                    <a:pt x="4376177" y="44781"/>
                  </a:lnTo>
                  <a:lnTo>
                    <a:pt x="4381500" y="72684"/>
                  </a:lnTo>
                  <a:lnTo>
                    <a:pt x="4381500" y="1108414"/>
                  </a:lnTo>
                  <a:lnTo>
                    <a:pt x="4369524" y="1148615"/>
                  </a:lnTo>
                  <a:lnTo>
                    <a:pt x="4336716" y="1175777"/>
                  </a:lnTo>
                  <a:lnTo>
                    <a:pt x="4308814" y="1181100"/>
                  </a:lnTo>
                  <a:lnTo>
                    <a:pt x="72685" y="1181100"/>
                  </a:lnTo>
                  <a:lnTo>
                    <a:pt x="32484" y="1169124"/>
                  </a:lnTo>
                  <a:lnTo>
                    <a:pt x="5321" y="1136317"/>
                  </a:lnTo>
                  <a:lnTo>
                    <a:pt x="0" y="1108414"/>
                  </a:lnTo>
                  <a:lnTo>
                    <a:pt x="0" y="72684"/>
                  </a:lnTo>
                  <a:close/>
                </a:path>
                <a:path w="4381500" h="1181100">
                  <a:moveTo>
                    <a:pt x="0" y="72684"/>
                  </a:moveTo>
                  <a:lnTo>
                    <a:pt x="11974" y="32484"/>
                  </a:lnTo>
                  <a:lnTo>
                    <a:pt x="44782" y="5322"/>
                  </a:lnTo>
                  <a:lnTo>
                    <a:pt x="72685" y="0"/>
                  </a:lnTo>
                  <a:lnTo>
                    <a:pt x="4308814" y="0"/>
                  </a:lnTo>
                  <a:lnTo>
                    <a:pt x="4349014" y="11974"/>
                  </a:lnTo>
                  <a:lnTo>
                    <a:pt x="4376177" y="44781"/>
                  </a:lnTo>
                  <a:lnTo>
                    <a:pt x="4381500" y="72684"/>
                  </a:lnTo>
                  <a:lnTo>
                    <a:pt x="4381500" y="1108414"/>
                  </a:lnTo>
                  <a:lnTo>
                    <a:pt x="4369524" y="1148615"/>
                  </a:lnTo>
                  <a:lnTo>
                    <a:pt x="4336716" y="1175777"/>
                  </a:lnTo>
                  <a:lnTo>
                    <a:pt x="4308814" y="1181100"/>
                  </a:lnTo>
                  <a:lnTo>
                    <a:pt x="72685" y="1181100"/>
                  </a:lnTo>
                  <a:lnTo>
                    <a:pt x="32484" y="1169124"/>
                  </a:lnTo>
                  <a:lnTo>
                    <a:pt x="5321" y="1136317"/>
                  </a:lnTo>
                  <a:lnTo>
                    <a:pt x="0" y="1108414"/>
                  </a:lnTo>
                  <a:lnTo>
                    <a:pt x="0" y="72684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464425" y="4691019"/>
            <a:ext cx="2438400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Demo</a:t>
            </a:r>
            <a:r>
              <a:rPr dirty="0" sz="1300" spc="-2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Video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[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link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to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walkthrough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video,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if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available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B6472"/>
                </a:solidFill>
                <a:latin typeface="Roboto"/>
                <a:cs typeface="Roboto"/>
              </a:rPr>
              <a:t>]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26" name="object 26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07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710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WHAT SETS</a:t>
            </a:r>
            <a:r>
              <a:rPr dirty="0" sz="1200" spc="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YOU </a:t>
            </a:r>
            <a:r>
              <a:rPr dirty="0" sz="1200" spc="-20" b="1">
                <a:solidFill>
                  <a:srgbClr val="B8933F"/>
                </a:solidFill>
                <a:latin typeface="Roboto"/>
                <a:cs typeface="Roboto"/>
              </a:rPr>
              <a:t>APART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Innovation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35"/>
              <a:t> </a:t>
            </a:r>
            <a:r>
              <a:rPr dirty="0"/>
              <a:t>AI</a:t>
            </a:r>
            <a:r>
              <a:rPr dirty="0" spc="-5"/>
              <a:t> </a:t>
            </a:r>
            <a:r>
              <a:rPr dirty="0" spc="-10"/>
              <a:t>Integration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681162"/>
            <a:ext cx="11096625" cy="1971675"/>
            <a:chOff x="538162" y="1681162"/>
            <a:chExt cx="11096625" cy="1971675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11014088" y="1962150"/>
                  </a:moveTo>
                  <a:lnTo>
                    <a:pt x="73011" y="1962150"/>
                  </a:lnTo>
                  <a:lnTo>
                    <a:pt x="58444" y="1960813"/>
                  </a:lnTo>
                  <a:lnTo>
                    <a:pt x="21384" y="1940765"/>
                  </a:lnTo>
                  <a:lnTo>
                    <a:pt x="1336" y="1903706"/>
                  </a:lnTo>
                  <a:lnTo>
                    <a:pt x="0" y="1889138"/>
                  </a:lnTo>
                  <a:lnTo>
                    <a:pt x="0" y="73011"/>
                  </a:ln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11087100" cy="1962150"/>
            </a:xfrm>
            <a:custGeom>
              <a:avLst/>
              <a:gdLst/>
              <a:ahLst/>
              <a:cxnLst/>
              <a:rect l="l" t="t" r="r" b="b"/>
              <a:pathLst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  <a:path w="11087100" h="1962150">
                  <a:moveTo>
                    <a:pt x="0" y="73011"/>
                  </a:moveTo>
                  <a:lnTo>
                    <a:pt x="12028" y="32630"/>
                  </a:lnTo>
                  <a:lnTo>
                    <a:pt x="44983" y="5346"/>
                  </a:lnTo>
                  <a:lnTo>
                    <a:pt x="73011" y="0"/>
                  </a:lnTo>
                  <a:lnTo>
                    <a:pt x="11014088" y="0"/>
                  </a:lnTo>
                  <a:lnTo>
                    <a:pt x="11054468" y="12028"/>
                  </a:lnTo>
                  <a:lnTo>
                    <a:pt x="11081753" y="44983"/>
                  </a:lnTo>
                  <a:lnTo>
                    <a:pt x="11087100" y="73011"/>
                  </a:lnTo>
                  <a:lnTo>
                    <a:pt x="11087100" y="1889138"/>
                  </a:lnTo>
                  <a:lnTo>
                    <a:pt x="11075071" y="1929519"/>
                  </a:lnTo>
                  <a:lnTo>
                    <a:pt x="11042116" y="1956803"/>
                  </a:lnTo>
                  <a:lnTo>
                    <a:pt x="11014088" y="1962150"/>
                  </a:lnTo>
                  <a:lnTo>
                    <a:pt x="73011" y="1962150"/>
                  </a:lnTo>
                  <a:lnTo>
                    <a:pt x="32630" y="1950120"/>
                  </a:lnTo>
                  <a:lnTo>
                    <a:pt x="5346" y="1917166"/>
                  </a:lnTo>
                  <a:lnTo>
                    <a:pt x="0" y="1889138"/>
                  </a:lnTo>
                  <a:lnTo>
                    <a:pt x="0" y="73011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8825" y="1766843"/>
            <a:ext cx="4552950" cy="5657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How</a:t>
            </a:r>
            <a:r>
              <a:rPr dirty="0" sz="1300" spc="-5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does</a:t>
            </a:r>
            <a:r>
              <a:rPr dirty="0" sz="1300" spc="-2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AI power</a:t>
            </a:r>
            <a:r>
              <a:rPr dirty="0" sz="1300" spc="1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your</a:t>
            </a:r>
            <a:r>
              <a:rPr dirty="0" sz="1300" spc="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solution?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Explain</a:t>
            </a:r>
            <a:r>
              <a:rPr dirty="0" sz="1100" spc="-5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model(s),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technique,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AI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approach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used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role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plays.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8162" y="3786187"/>
            <a:ext cx="11096625" cy="2152650"/>
            <a:chOff x="538162" y="3786187"/>
            <a:chExt cx="11096625" cy="2152650"/>
          </a:xfrm>
        </p:grpSpPr>
        <p:sp>
          <p:nvSpPr>
            <p:cNvPr id="13" name="object 13"/>
            <p:cNvSpPr/>
            <p:nvPr/>
          </p:nvSpPr>
          <p:spPr>
            <a:xfrm>
              <a:off x="542925" y="3790950"/>
              <a:ext cx="11087100" cy="2143125"/>
            </a:xfrm>
            <a:custGeom>
              <a:avLst/>
              <a:gdLst/>
              <a:ahLst/>
              <a:cxnLst/>
              <a:rect l="l" t="t" r="r" b="b"/>
              <a:pathLst>
                <a:path w="11087100" h="2143125">
                  <a:moveTo>
                    <a:pt x="11014148" y="2143125"/>
                  </a:moveTo>
                  <a:lnTo>
                    <a:pt x="72951" y="2143125"/>
                  </a:lnTo>
                  <a:lnTo>
                    <a:pt x="58396" y="2141789"/>
                  </a:lnTo>
                  <a:lnTo>
                    <a:pt x="21367" y="2121757"/>
                  </a:lnTo>
                  <a:lnTo>
                    <a:pt x="1335" y="2084728"/>
                  </a:lnTo>
                  <a:lnTo>
                    <a:pt x="0" y="2070173"/>
                  </a:lnTo>
                  <a:lnTo>
                    <a:pt x="0" y="72952"/>
                  </a:ln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2925" y="3790950"/>
              <a:ext cx="11087100" cy="2143125"/>
            </a:xfrm>
            <a:custGeom>
              <a:avLst/>
              <a:gdLst/>
              <a:ahLst/>
              <a:cxnLst/>
              <a:rect l="l" t="t" r="r" b="b"/>
              <a:pathLst>
                <a:path w="1108710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  <a:path w="11087100" h="2143125">
                  <a:moveTo>
                    <a:pt x="0" y="72952"/>
                  </a:moveTo>
                  <a:lnTo>
                    <a:pt x="12018" y="32603"/>
                  </a:lnTo>
                  <a:lnTo>
                    <a:pt x="44946" y="5341"/>
                  </a:lnTo>
                  <a:lnTo>
                    <a:pt x="72951" y="0"/>
                  </a:lnTo>
                  <a:lnTo>
                    <a:pt x="11014148" y="0"/>
                  </a:lnTo>
                  <a:lnTo>
                    <a:pt x="11054495" y="12019"/>
                  </a:lnTo>
                  <a:lnTo>
                    <a:pt x="11081758" y="44946"/>
                  </a:lnTo>
                  <a:lnTo>
                    <a:pt x="11087100" y="72952"/>
                  </a:lnTo>
                  <a:lnTo>
                    <a:pt x="11087100" y="2070173"/>
                  </a:lnTo>
                  <a:lnTo>
                    <a:pt x="11075080" y="2110520"/>
                  </a:lnTo>
                  <a:lnTo>
                    <a:pt x="11042152" y="2137783"/>
                  </a:lnTo>
                  <a:lnTo>
                    <a:pt x="11014148" y="2143125"/>
                  </a:lnTo>
                  <a:lnTo>
                    <a:pt x="72951" y="2143125"/>
                  </a:lnTo>
                  <a:lnTo>
                    <a:pt x="32603" y="2131105"/>
                  </a:lnTo>
                  <a:lnTo>
                    <a:pt x="5341" y="2098177"/>
                  </a:lnTo>
                  <a:lnTo>
                    <a:pt x="0" y="2070173"/>
                  </a:lnTo>
                  <a:lnTo>
                    <a:pt x="0" y="72952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8825" y="3851087"/>
            <a:ext cx="4467225" cy="58674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What</a:t>
            </a:r>
            <a:r>
              <a:rPr dirty="0" sz="1300" spc="-5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makes</a:t>
            </a:r>
            <a:r>
              <a:rPr dirty="0" sz="1300" spc="-6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your</a:t>
            </a:r>
            <a:r>
              <a:rPr dirty="0" sz="1300" spc="-35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1E2A4A"/>
                </a:solidFill>
                <a:latin typeface="Roboto"/>
                <a:cs typeface="Roboto"/>
              </a:rPr>
              <a:t>approach</a:t>
            </a:r>
            <a:r>
              <a:rPr dirty="0" sz="1300" spc="-50" b="1">
                <a:solidFill>
                  <a:srgbClr val="1E2A4A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unique?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Highlight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your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innovation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compared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to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existing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solutions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or</a:t>
            </a:r>
            <a:r>
              <a:rPr dirty="0" sz="1100" spc="-2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alternatives.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17" name="object 17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475" y="559494"/>
            <a:ext cx="314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08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25" y="471586"/>
            <a:ext cx="1263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WHY</a:t>
            </a:r>
            <a:r>
              <a:rPr dirty="0" sz="1200" spc="-2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B8933F"/>
                </a:solidFill>
                <a:latin typeface="Roboto"/>
                <a:cs typeface="Roboto"/>
              </a:rPr>
              <a:t>IT</a:t>
            </a:r>
            <a:r>
              <a:rPr dirty="0" sz="1200" spc="-1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B8933F"/>
                </a:solidFill>
                <a:latin typeface="Roboto"/>
                <a:cs typeface="Roboto"/>
              </a:rPr>
              <a:t>MATTERS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Impact,</a:t>
            </a:r>
            <a:r>
              <a:rPr dirty="0" spc="-55"/>
              <a:t> </a:t>
            </a:r>
            <a:r>
              <a:rPr dirty="0" spc="-10"/>
              <a:t>Feasibility</a:t>
            </a:r>
            <a:r>
              <a:rPr dirty="0" spc="-9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 spc="-10"/>
              <a:t>Scalability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66837"/>
            <a:ext cx="11058525" cy="9525"/>
            <a:chOff x="542925" y="1366837"/>
            <a:chExt cx="11058525" cy="9525"/>
          </a:xfrm>
        </p:grpSpPr>
        <p:sp>
          <p:nvSpPr>
            <p:cNvPr id="6" name="object 6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11058525" y="0"/>
                  </a:moveTo>
                  <a:lnTo>
                    <a:pt x="0" y="0"/>
                  </a:lnTo>
                </a:path>
              </a:pathLst>
            </a:custGeom>
            <a:solidFill>
              <a:srgbClr val="D8D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2925" y="1371600"/>
              <a:ext cx="11058525" cy="0"/>
            </a:xfrm>
            <a:custGeom>
              <a:avLst/>
              <a:gdLst/>
              <a:ahLst/>
              <a:cxnLst/>
              <a:rect l="l" t="t" r="r" b="b"/>
              <a:pathLst>
                <a:path w="11058525" h="0">
                  <a:moveTo>
                    <a:pt x="0" y="0"/>
                  </a:moveTo>
                  <a:lnTo>
                    <a:pt x="11058525" y="0"/>
                  </a:lnTo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8162" y="1681162"/>
            <a:ext cx="3571875" cy="4257675"/>
            <a:chOff x="538162" y="1681162"/>
            <a:chExt cx="3571875" cy="4257675"/>
          </a:xfrm>
        </p:grpSpPr>
        <p:sp>
          <p:nvSpPr>
            <p:cNvPr id="9" name="object 9"/>
            <p:cNvSpPr/>
            <p:nvPr/>
          </p:nvSpPr>
          <p:spPr>
            <a:xfrm>
              <a:off x="542925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3489286" y="4248150"/>
                  </a:moveTo>
                  <a:lnTo>
                    <a:pt x="73063" y="4248150"/>
                  </a:lnTo>
                  <a:lnTo>
                    <a:pt x="58485" y="4246812"/>
                  </a:lnTo>
                  <a:lnTo>
                    <a:pt x="21399" y="4226749"/>
                  </a:lnTo>
                  <a:lnTo>
                    <a:pt x="1337" y="4189664"/>
                  </a:lnTo>
                  <a:lnTo>
                    <a:pt x="0" y="4175086"/>
                  </a:lnTo>
                  <a:lnTo>
                    <a:pt x="0" y="73063"/>
                  </a:lnTo>
                  <a:lnTo>
                    <a:pt x="12037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7000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2925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0" y="73063"/>
                  </a:moveTo>
                  <a:lnTo>
                    <a:pt x="12037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7000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3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  <a:path w="3562350" h="4248150">
                  <a:moveTo>
                    <a:pt x="0" y="73063"/>
                  </a:moveTo>
                  <a:lnTo>
                    <a:pt x="12037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7000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3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8825" y="1766843"/>
            <a:ext cx="2480310" cy="7372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Impact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Who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beneﬁts,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how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signiﬁcant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B6472"/>
                </a:solidFill>
                <a:latin typeface="Roboto"/>
                <a:cs typeface="Roboto"/>
              </a:rPr>
              <a:t>the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outcome?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10062" y="1681162"/>
            <a:ext cx="3571875" cy="4257675"/>
            <a:chOff x="4310062" y="1681162"/>
            <a:chExt cx="3571875" cy="4257675"/>
          </a:xfrm>
        </p:grpSpPr>
        <p:sp>
          <p:nvSpPr>
            <p:cNvPr id="13" name="object 13"/>
            <p:cNvSpPr/>
            <p:nvPr/>
          </p:nvSpPr>
          <p:spPr>
            <a:xfrm>
              <a:off x="4314825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3489286" y="4248150"/>
                  </a:moveTo>
                  <a:lnTo>
                    <a:pt x="73063" y="4248150"/>
                  </a:lnTo>
                  <a:lnTo>
                    <a:pt x="58485" y="4246812"/>
                  </a:lnTo>
                  <a:lnTo>
                    <a:pt x="21399" y="4226749"/>
                  </a:lnTo>
                  <a:lnTo>
                    <a:pt x="1337" y="4189664"/>
                  </a:lnTo>
                  <a:lnTo>
                    <a:pt x="0" y="4175086"/>
                  </a:lnTo>
                  <a:lnTo>
                    <a:pt x="0" y="73063"/>
                  </a:lnTo>
                  <a:lnTo>
                    <a:pt x="12036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6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14825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0" y="73063"/>
                  </a:moveTo>
                  <a:lnTo>
                    <a:pt x="12036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6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3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  <a:path w="3562350" h="4248150">
                  <a:moveTo>
                    <a:pt x="0" y="73063"/>
                  </a:moveTo>
                  <a:lnTo>
                    <a:pt x="12036" y="32653"/>
                  </a:lnTo>
                  <a:lnTo>
                    <a:pt x="45015" y="5349"/>
                  </a:lnTo>
                  <a:lnTo>
                    <a:pt x="73063" y="0"/>
                  </a:lnTo>
                  <a:lnTo>
                    <a:pt x="3489286" y="0"/>
                  </a:lnTo>
                  <a:lnTo>
                    <a:pt x="3529696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2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3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530725" y="1766843"/>
            <a:ext cx="2488565" cy="7372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Feasibility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How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practical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is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this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to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build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and</a:t>
            </a:r>
            <a:r>
              <a:rPr dirty="0" sz="1100" spc="-3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deploy realistically?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72437" y="1681162"/>
            <a:ext cx="3571875" cy="4257675"/>
            <a:chOff x="8072437" y="1681162"/>
            <a:chExt cx="3571875" cy="4257675"/>
          </a:xfrm>
        </p:grpSpPr>
        <p:sp>
          <p:nvSpPr>
            <p:cNvPr id="17" name="object 17"/>
            <p:cNvSpPr/>
            <p:nvPr/>
          </p:nvSpPr>
          <p:spPr>
            <a:xfrm>
              <a:off x="8077200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3489286" y="4248150"/>
                  </a:moveTo>
                  <a:lnTo>
                    <a:pt x="73064" y="4248150"/>
                  </a:lnTo>
                  <a:lnTo>
                    <a:pt x="58485" y="4246812"/>
                  </a:lnTo>
                  <a:lnTo>
                    <a:pt x="21399" y="4226749"/>
                  </a:lnTo>
                  <a:lnTo>
                    <a:pt x="1337" y="4189664"/>
                  </a:lnTo>
                  <a:lnTo>
                    <a:pt x="0" y="4175086"/>
                  </a:lnTo>
                  <a:lnTo>
                    <a:pt x="0" y="73063"/>
                  </a:lnTo>
                  <a:lnTo>
                    <a:pt x="12036" y="32653"/>
                  </a:lnTo>
                  <a:lnTo>
                    <a:pt x="45015" y="5349"/>
                  </a:lnTo>
                  <a:lnTo>
                    <a:pt x="73064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1" y="4215496"/>
                  </a:lnTo>
                  <a:lnTo>
                    <a:pt x="3517334" y="4242800"/>
                  </a:lnTo>
                  <a:lnTo>
                    <a:pt x="3489286" y="4248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077200" y="1685925"/>
              <a:ext cx="3562350" cy="4248150"/>
            </a:xfrm>
            <a:custGeom>
              <a:avLst/>
              <a:gdLst/>
              <a:ahLst/>
              <a:cxnLst/>
              <a:rect l="l" t="t" r="r" b="b"/>
              <a:pathLst>
                <a:path w="3562350" h="4248150">
                  <a:moveTo>
                    <a:pt x="0" y="73063"/>
                  </a:moveTo>
                  <a:lnTo>
                    <a:pt x="12036" y="32653"/>
                  </a:lnTo>
                  <a:lnTo>
                    <a:pt x="45015" y="5349"/>
                  </a:lnTo>
                  <a:lnTo>
                    <a:pt x="73064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1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4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  <a:path w="3562350" h="4248150">
                  <a:moveTo>
                    <a:pt x="0" y="73063"/>
                  </a:moveTo>
                  <a:lnTo>
                    <a:pt x="12036" y="32653"/>
                  </a:lnTo>
                  <a:lnTo>
                    <a:pt x="45015" y="5349"/>
                  </a:lnTo>
                  <a:lnTo>
                    <a:pt x="73064" y="0"/>
                  </a:lnTo>
                  <a:lnTo>
                    <a:pt x="3489286" y="0"/>
                  </a:lnTo>
                  <a:lnTo>
                    <a:pt x="3529695" y="12037"/>
                  </a:lnTo>
                  <a:lnTo>
                    <a:pt x="3556999" y="45015"/>
                  </a:lnTo>
                  <a:lnTo>
                    <a:pt x="3562350" y="73063"/>
                  </a:lnTo>
                  <a:lnTo>
                    <a:pt x="3562350" y="4175086"/>
                  </a:lnTo>
                  <a:lnTo>
                    <a:pt x="3550311" y="4215496"/>
                  </a:lnTo>
                  <a:lnTo>
                    <a:pt x="3517334" y="4242800"/>
                  </a:lnTo>
                  <a:lnTo>
                    <a:pt x="3489286" y="4248150"/>
                  </a:lnTo>
                  <a:lnTo>
                    <a:pt x="73064" y="4248150"/>
                  </a:lnTo>
                  <a:lnTo>
                    <a:pt x="32653" y="4236112"/>
                  </a:lnTo>
                  <a:lnTo>
                    <a:pt x="5349" y="4203134"/>
                  </a:lnTo>
                  <a:lnTo>
                    <a:pt x="0" y="4175086"/>
                  </a:lnTo>
                  <a:lnTo>
                    <a:pt x="0" y="73063"/>
                  </a:lnTo>
                  <a:close/>
                </a:path>
              </a:pathLst>
            </a:custGeom>
            <a:ln w="9525">
              <a:solidFill>
                <a:srgbClr val="D8DC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93100" y="1766843"/>
            <a:ext cx="2697480" cy="7372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 spc="-10" b="1">
                <a:solidFill>
                  <a:srgbClr val="1E2A4A"/>
                </a:solidFill>
                <a:latin typeface="Roboto"/>
                <a:cs typeface="Roboto"/>
              </a:rPr>
              <a:t>Scalability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How</a:t>
            </a:r>
            <a:r>
              <a:rPr dirty="0" sz="1100" spc="-40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could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this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grow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beyond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B6472"/>
                </a:solidFill>
                <a:latin typeface="Roboto"/>
                <a:cs typeface="Roboto"/>
              </a:rPr>
              <a:t>the</a:t>
            </a:r>
            <a:r>
              <a:rPr dirty="0" sz="1100" spc="-35">
                <a:solidFill>
                  <a:srgbClr val="5B6472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B6472"/>
                </a:solidFill>
                <a:latin typeface="Roboto"/>
                <a:cs typeface="Roboto"/>
              </a:rPr>
              <a:t>hackathon prototype?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21" name="object 21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438900"/>
              <a:ext cx="3286125" cy="266700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950" y="361950"/>
            <a:ext cx="11449050" cy="5667375"/>
          </a:xfrm>
          <a:custGeom>
            <a:avLst/>
            <a:gdLst/>
            <a:ahLst/>
            <a:cxnLst/>
            <a:rect l="l" t="t" r="r" b="b"/>
            <a:pathLst>
              <a:path w="11449050" h="5667375">
                <a:moveTo>
                  <a:pt x="0" y="0"/>
                </a:moveTo>
                <a:lnTo>
                  <a:pt x="11449050" y="0"/>
                </a:lnTo>
                <a:lnTo>
                  <a:pt x="11449050" y="5667375"/>
                </a:ln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B893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35600" y="737368"/>
            <a:ext cx="13036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B8933F"/>
                </a:solidFill>
                <a:latin typeface="Roboto"/>
                <a:cs typeface="Roboto"/>
              </a:rPr>
              <a:t>MEET</a:t>
            </a:r>
            <a:r>
              <a:rPr dirty="0" sz="1300" spc="65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B8933F"/>
                </a:solidFill>
                <a:latin typeface="Roboto"/>
                <a:cs typeface="Roboto"/>
              </a:rPr>
              <a:t>THE</a:t>
            </a:r>
            <a:r>
              <a:rPr dirty="0" sz="1300" spc="30" b="1">
                <a:solidFill>
                  <a:srgbClr val="B8933F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B8933F"/>
                </a:solidFill>
                <a:latin typeface="Roboto"/>
                <a:cs typeface="Roboto"/>
              </a:rPr>
              <a:t>TEAM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45050" y="1055141"/>
            <a:ext cx="24834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[</a:t>
            </a:r>
            <a:r>
              <a:rPr dirty="0" spc="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Team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Name</a:t>
            </a:r>
            <a:r>
              <a:rPr dirty="0" spc="15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]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19162" y="1957387"/>
            <a:ext cx="2381250" cy="2295525"/>
            <a:chOff x="919162" y="1957387"/>
            <a:chExt cx="2381250" cy="2295525"/>
          </a:xfrm>
        </p:grpSpPr>
        <p:sp>
          <p:nvSpPr>
            <p:cNvPr id="6" name="object 6"/>
            <p:cNvSpPr/>
            <p:nvPr/>
          </p:nvSpPr>
          <p:spPr>
            <a:xfrm>
              <a:off x="923925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2298573" y="2286000"/>
                  </a:moveTo>
                  <a:lnTo>
                    <a:pt x="73152" y="2286000"/>
                  </a:lnTo>
                  <a:lnTo>
                    <a:pt x="58556" y="2284660"/>
                  </a:lnTo>
                  <a:lnTo>
                    <a:pt x="21425" y="2264574"/>
                  </a:lnTo>
                  <a:lnTo>
                    <a:pt x="1339" y="2227443"/>
                  </a:lnTo>
                  <a:lnTo>
                    <a:pt x="0" y="2212848"/>
                  </a:lnTo>
                  <a:lnTo>
                    <a:pt x="0" y="73151"/>
                  </a:lnTo>
                  <a:lnTo>
                    <a:pt x="12051" y="32693"/>
                  </a:lnTo>
                  <a:lnTo>
                    <a:pt x="45070" y="5356"/>
                  </a:lnTo>
                  <a:lnTo>
                    <a:pt x="73152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23925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70" y="5356"/>
                  </a:lnTo>
                  <a:lnTo>
                    <a:pt x="73152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2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70" y="5356"/>
                  </a:lnTo>
                  <a:lnTo>
                    <a:pt x="73152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2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57350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6" y="879597"/>
                  </a:lnTo>
                  <a:lnTo>
                    <a:pt x="241458" y="860352"/>
                  </a:lnTo>
                  <a:lnTo>
                    <a:pt x="203145" y="837419"/>
                  </a:lnTo>
                  <a:lnTo>
                    <a:pt x="167295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80" y="711254"/>
                  </a:lnTo>
                  <a:lnTo>
                    <a:pt x="54047" y="672940"/>
                  </a:lnTo>
                  <a:lnTo>
                    <a:pt x="34802" y="632162"/>
                  </a:lnTo>
                  <a:lnTo>
                    <a:pt x="19576" y="589719"/>
                  </a:lnTo>
                  <a:lnTo>
                    <a:pt x="8700" y="546411"/>
                  </a:lnTo>
                  <a:lnTo>
                    <a:pt x="2175" y="502238"/>
                  </a:lnTo>
                  <a:lnTo>
                    <a:pt x="0" y="457200"/>
                  </a:lnTo>
                  <a:lnTo>
                    <a:pt x="2175" y="412161"/>
                  </a:lnTo>
                  <a:lnTo>
                    <a:pt x="8700" y="367987"/>
                  </a:lnTo>
                  <a:lnTo>
                    <a:pt x="19576" y="324679"/>
                  </a:lnTo>
                  <a:lnTo>
                    <a:pt x="34802" y="282236"/>
                  </a:lnTo>
                  <a:lnTo>
                    <a:pt x="54047" y="241458"/>
                  </a:lnTo>
                  <a:lnTo>
                    <a:pt x="76980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5" y="103601"/>
                  </a:lnTo>
                  <a:lnTo>
                    <a:pt x="203145" y="76980"/>
                  </a:lnTo>
                  <a:lnTo>
                    <a:pt x="241458" y="54047"/>
                  </a:lnTo>
                  <a:lnTo>
                    <a:pt x="282236" y="34802"/>
                  </a:lnTo>
                  <a:lnTo>
                    <a:pt x="324679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4" y="76980"/>
                  </a:lnTo>
                  <a:lnTo>
                    <a:pt x="747103" y="103601"/>
                  </a:lnTo>
                  <a:lnTo>
                    <a:pt x="780489" y="133910"/>
                  </a:lnTo>
                  <a:lnTo>
                    <a:pt x="810798" y="167295"/>
                  </a:lnTo>
                  <a:lnTo>
                    <a:pt x="837419" y="203145"/>
                  </a:lnTo>
                  <a:lnTo>
                    <a:pt x="860352" y="241458"/>
                  </a:lnTo>
                  <a:lnTo>
                    <a:pt x="879597" y="282236"/>
                  </a:lnTo>
                  <a:lnTo>
                    <a:pt x="894823" y="324679"/>
                  </a:lnTo>
                  <a:lnTo>
                    <a:pt x="905699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9" y="546411"/>
                  </a:lnTo>
                  <a:lnTo>
                    <a:pt x="894823" y="589719"/>
                  </a:lnTo>
                  <a:lnTo>
                    <a:pt x="879597" y="632162"/>
                  </a:lnTo>
                  <a:lnTo>
                    <a:pt x="860352" y="672940"/>
                  </a:lnTo>
                  <a:lnTo>
                    <a:pt x="837419" y="711254"/>
                  </a:lnTo>
                  <a:lnTo>
                    <a:pt x="810798" y="747103"/>
                  </a:lnTo>
                  <a:lnTo>
                    <a:pt x="780489" y="780489"/>
                  </a:lnTo>
                  <a:lnTo>
                    <a:pt x="747103" y="810798"/>
                  </a:lnTo>
                  <a:lnTo>
                    <a:pt x="711254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2B3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57350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175" y="412161"/>
                  </a:lnTo>
                  <a:lnTo>
                    <a:pt x="8700" y="367987"/>
                  </a:lnTo>
                  <a:lnTo>
                    <a:pt x="19576" y="324679"/>
                  </a:lnTo>
                  <a:lnTo>
                    <a:pt x="34802" y="282236"/>
                  </a:lnTo>
                  <a:lnTo>
                    <a:pt x="54047" y="241458"/>
                  </a:lnTo>
                  <a:lnTo>
                    <a:pt x="76980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5" y="103601"/>
                  </a:lnTo>
                  <a:lnTo>
                    <a:pt x="203145" y="76980"/>
                  </a:lnTo>
                  <a:lnTo>
                    <a:pt x="241458" y="54047"/>
                  </a:lnTo>
                  <a:lnTo>
                    <a:pt x="282236" y="34802"/>
                  </a:lnTo>
                  <a:lnTo>
                    <a:pt x="324679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4" y="76980"/>
                  </a:lnTo>
                  <a:lnTo>
                    <a:pt x="747103" y="103601"/>
                  </a:lnTo>
                  <a:lnTo>
                    <a:pt x="780489" y="133910"/>
                  </a:lnTo>
                  <a:lnTo>
                    <a:pt x="810798" y="167295"/>
                  </a:lnTo>
                  <a:lnTo>
                    <a:pt x="837419" y="203145"/>
                  </a:lnTo>
                  <a:lnTo>
                    <a:pt x="860352" y="241458"/>
                  </a:lnTo>
                  <a:lnTo>
                    <a:pt x="879597" y="282236"/>
                  </a:lnTo>
                  <a:lnTo>
                    <a:pt x="894823" y="324679"/>
                  </a:lnTo>
                  <a:lnTo>
                    <a:pt x="905699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9" y="546411"/>
                  </a:lnTo>
                  <a:lnTo>
                    <a:pt x="894823" y="589719"/>
                  </a:lnTo>
                  <a:lnTo>
                    <a:pt x="879597" y="632162"/>
                  </a:lnTo>
                  <a:lnTo>
                    <a:pt x="860352" y="672940"/>
                  </a:lnTo>
                  <a:lnTo>
                    <a:pt x="837419" y="711254"/>
                  </a:lnTo>
                  <a:lnTo>
                    <a:pt x="810798" y="747103"/>
                  </a:lnTo>
                  <a:lnTo>
                    <a:pt x="780489" y="780489"/>
                  </a:lnTo>
                  <a:lnTo>
                    <a:pt x="747103" y="810798"/>
                  </a:lnTo>
                  <a:lnTo>
                    <a:pt x="711254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6" y="879597"/>
                  </a:lnTo>
                  <a:lnTo>
                    <a:pt x="241458" y="860352"/>
                  </a:lnTo>
                  <a:lnTo>
                    <a:pt x="203145" y="837419"/>
                  </a:lnTo>
                  <a:lnTo>
                    <a:pt x="167295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80" y="711254"/>
                  </a:lnTo>
                  <a:lnTo>
                    <a:pt x="54047" y="672940"/>
                  </a:lnTo>
                  <a:lnTo>
                    <a:pt x="34802" y="632162"/>
                  </a:lnTo>
                  <a:lnTo>
                    <a:pt x="19576" y="589719"/>
                  </a:lnTo>
                  <a:lnTo>
                    <a:pt x="8700" y="546411"/>
                  </a:lnTo>
                  <a:lnTo>
                    <a:pt x="2175" y="502238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B893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11325" y="3413893"/>
            <a:ext cx="77851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Member</a:t>
            </a:r>
            <a:r>
              <a:rPr dirty="0" sz="1300" spc="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  <a:p>
            <a:pPr algn="ctr" marL="3810">
              <a:lnSpc>
                <a:spcPct val="100000"/>
              </a:lnSpc>
              <a:spcBef>
                <a:spcPts val="1080"/>
              </a:spcBef>
            </a:pPr>
            <a:r>
              <a:rPr dirty="0" sz="1050" spc="-20">
                <a:solidFill>
                  <a:srgbClr val="9AA4B2"/>
                </a:solidFill>
                <a:latin typeface="Roboto"/>
                <a:cs typeface="Roboto"/>
              </a:rPr>
              <a:t>Role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67112" y="1957387"/>
            <a:ext cx="2381250" cy="2295525"/>
            <a:chOff x="3567112" y="1957387"/>
            <a:chExt cx="2381250" cy="2295525"/>
          </a:xfrm>
        </p:grpSpPr>
        <p:sp>
          <p:nvSpPr>
            <p:cNvPr id="12" name="object 12"/>
            <p:cNvSpPr/>
            <p:nvPr/>
          </p:nvSpPr>
          <p:spPr>
            <a:xfrm>
              <a:off x="3571875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2298573" y="2286000"/>
                  </a:moveTo>
                  <a:lnTo>
                    <a:pt x="73151" y="2286000"/>
                  </a:lnTo>
                  <a:lnTo>
                    <a:pt x="58556" y="2284660"/>
                  </a:lnTo>
                  <a:lnTo>
                    <a:pt x="21425" y="2264574"/>
                  </a:lnTo>
                  <a:lnTo>
                    <a:pt x="1339" y="2227443"/>
                  </a:lnTo>
                  <a:lnTo>
                    <a:pt x="0" y="2212848"/>
                  </a:lnTo>
                  <a:lnTo>
                    <a:pt x="0" y="73151"/>
                  </a:lnTo>
                  <a:lnTo>
                    <a:pt x="12051" y="32693"/>
                  </a:lnTo>
                  <a:lnTo>
                    <a:pt x="45070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1875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70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70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05300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6" y="879597"/>
                  </a:lnTo>
                  <a:lnTo>
                    <a:pt x="241458" y="860352"/>
                  </a:lnTo>
                  <a:lnTo>
                    <a:pt x="203145" y="837419"/>
                  </a:lnTo>
                  <a:lnTo>
                    <a:pt x="167296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80" y="711254"/>
                  </a:lnTo>
                  <a:lnTo>
                    <a:pt x="54047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700" y="546411"/>
                  </a:lnTo>
                  <a:lnTo>
                    <a:pt x="2175" y="502238"/>
                  </a:lnTo>
                  <a:lnTo>
                    <a:pt x="0" y="457200"/>
                  </a:lnTo>
                  <a:lnTo>
                    <a:pt x="2175" y="412161"/>
                  </a:lnTo>
                  <a:lnTo>
                    <a:pt x="8700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7" y="241458"/>
                  </a:lnTo>
                  <a:lnTo>
                    <a:pt x="76980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6" y="103601"/>
                  </a:lnTo>
                  <a:lnTo>
                    <a:pt x="203145" y="76980"/>
                  </a:lnTo>
                  <a:lnTo>
                    <a:pt x="241459" y="54047"/>
                  </a:lnTo>
                  <a:lnTo>
                    <a:pt x="282237" y="34802"/>
                  </a:lnTo>
                  <a:lnTo>
                    <a:pt x="324679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4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8" y="203145"/>
                  </a:lnTo>
                  <a:lnTo>
                    <a:pt x="860351" y="241458"/>
                  </a:lnTo>
                  <a:lnTo>
                    <a:pt x="879596" y="282236"/>
                  </a:lnTo>
                  <a:lnTo>
                    <a:pt x="894822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2" y="589719"/>
                  </a:lnTo>
                  <a:lnTo>
                    <a:pt x="879596" y="632162"/>
                  </a:lnTo>
                  <a:lnTo>
                    <a:pt x="860351" y="672940"/>
                  </a:lnTo>
                  <a:lnTo>
                    <a:pt x="837418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4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2B3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05300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175" y="412161"/>
                  </a:lnTo>
                  <a:lnTo>
                    <a:pt x="8700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7" y="241458"/>
                  </a:lnTo>
                  <a:lnTo>
                    <a:pt x="76980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6" y="103601"/>
                  </a:lnTo>
                  <a:lnTo>
                    <a:pt x="203145" y="76980"/>
                  </a:lnTo>
                  <a:lnTo>
                    <a:pt x="241459" y="54047"/>
                  </a:lnTo>
                  <a:lnTo>
                    <a:pt x="282237" y="34802"/>
                  </a:lnTo>
                  <a:lnTo>
                    <a:pt x="324679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4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8" y="203145"/>
                  </a:lnTo>
                  <a:lnTo>
                    <a:pt x="860351" y="241458"/>
                  </a:lnTo>
                  <a:lnTo>
                    <a:pt x="879596" y="282236"/>
                  </a:lnTo>
                  <a:lnTo>
                    <a:pt x="894822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2" y="589719"/>
                  </a:lnTo>
                  <a:lnTo>
                    <a:pt x="879596" y="632162"/>
                  </a:lnTo>
                  <a:lnTo>
                    <a:pt x="860351" y="672940"/>
                  </a:lnTo>
                  <a:lnTo>
                    <a:pt x="837418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4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6" y="879597"/>
                  </a:lnTo>
                  <a:lnTo>
                    <a:pt x="241458" y="860352"/>
                  </a:lnTo>
                  <a:lnTo>
                    <a:pt x="203145" y="837419"/>
                  </a:lnTo>
                  <a:lnTo>
                    <a:pt x="167296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80" y="711254"/>
                  </a:lnTo>
                  <a:lnTo>
                    <a:pt x="54047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700" y="546411"/>
                  </a:lnTo>
                  <a:lnTo>
                    <a:pt x="2175" y="502238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B893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359275" y="3413893"/>
            <a:ext cx="77851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Member</a:t>
            </a:r>
            <a:r>
              <a:rPr dirty="0" sz="1300" spc="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  <a:p>
            <a:pPr algn="ctr" marL="3810">
              <a:lnSpc>
                <a:spcPct val="100000"/>
              </a:lnSpc>
              <a:spcBef>
                <a:spcPts val="1080"/>
              </a:spcBef>
            </a:pPr>
            <a:r>
              <a:rPr dirty="0" sz="1050" spc="-20">
                <a:solidFill>
                  <a:srgbClr val="9AA4B2"/>
                </a:solidFill>
                <a:latin typeface="Roboto"/>
                <a:cs typeface="Roboto"/>
              </a:rPr>
              <a:t>Role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24587" y="1957387"/>
            <a:ext cx="2381250" cy="2295525"/>
            <a:chOff x="6224587" y="1957387"/>
            <a:chExt cx="2381250" cy="2295525"/>
          </a:xfrm>
        </p:grpSpPr>
        <p:sp>
          <p:nvSpPr>
            <p:cNvPr id="18" name="object 18"/>
            <p:cNvSpPr/>
            <p:nvPr/>
          </p:nvSpPr>
          <p:spPr>
            <a:xfrm>
              <a:off x="6229350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2298573" y="2286000"/>
                  </a:moveTo>
                  <a:lnTo>
                    <a:pt x="73151" y="2286000"/>
                  </a:lnTo>
                  <a:lnTo>
                    <a:pt x="58556" y="2284660"/>
                  </a:lnTo>
                  <a:lnTo>
                    <a:pt x="21425" y="2264574"/>
                  </a:lnTo>
                  <a:lnTo>
                    <a:pt x="1338" y="2227443"/>
                  </a:lnTo>
                  <a:lnTo>
                    <a:pt x="0" y="2212848"/>
                  </a:lnTo>
                  <a:lnTo>
                    <a:pt x="0" y="73151"/>
                  </a:ln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9350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8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2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3" y="2273947"/>
                  </a:lnTo>
                  <a:lnTo>
                    <a:pt x="5356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962775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2160" y="912224"/>
                  </a:lnTo>
                  <a:lnTo>
                    <a:pt x="367986" y="905699"/>
                  </a:lnTo>
                  <a:lnTo>
                    <a:pt x="324678" y="894823"/>
                  </a:lnTo>
                  <a:lnTo>
                    <a:pt x="282235" y="879597"/>
                  </a:lnTo>
                  <a:lnTo>
                    <a:pt x="241458" y="860352"/>
                  </a:lnTo>
                  <a:lnTo>
                    <a:pt x="203144" y="837419"/>
                  </a:lnTo>
                  <a:lnTo>
                    <a:pt x="167295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79" y="711254"/>
                  </a:lnTo>
                  <a:lnTo>
                    <a:pt x="54046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700" y="546411"/>
                  </a:lnTo>
                  <a:lnTo>
                    <a:pt x="2174" y="502238"/>
                  </a:lnTo>
                  <a:lnTo>
                    <a:pt x="0" y="457200"/>
                  </a:lnTo>
                  <a:lnTo>
                    <a:pt x="2174" y="412161"/>
                  </a:lnTo>
                  <a:lnTo>
                    <a:pt x="8700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6" y="241458"/>
                  </a:lnTo>
                  <a:lnTo>
                    <a:pt x="76979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5" y="103601"/>
                  </a:lnTo>
                  <a:lnTo>
                    <a:pt x="203144" y="76980"/>
                  </a:lnTo>
                  <a:lnTo>
                    <a:pt x="241458" y="54047"/>
                  </a:lnTo>
                  <a:lnTo>
                    <a:pt x="282235" y="34802"/>
                  </a:lnTo>
                  <a:lnTo>
                    <a:pt x="324678" y="19576"/>
                  </a:lnTo>
                  <a:lnTo>
                    <a:pt x="367986" y="8700"/>
                  </a:lnTo>
                  <a:lnTo>
                    <a:pt x="412160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3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8" y="203145"/>
                  </a:lnTo>
                  <a:lnTo>
                    <a:pt x="860351" y="241458"/>
                  </a:lnTo>
                  <a:lnTo>
                    <a:pt x="879596" y="282236"/>
                  </a:lnTo>
                  <a:lnTo>
                    <a:pt x="894823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3" y="589719"/>
                  </a:lnTo>
                  <a:lnTo>
                    <a:pt x="879596" y="632162"/>
                  </a:lnTo>
                  <a:lnTo>
                    <a:pt x="860351" y="672940"/>
                  </a:lnTo>
                  <a:lnTo>
                    <a:pt x="837418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3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2B3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62775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174" y="412161"/>
                  </a:lnTo>
                  <a:lnTo>
                    <a:pt x="8700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6" y="241458"/>
                  </a:lnTo>
                  <a:lnTo>
                    <a:pt x="76979" y="203145"/>
                  </a:lnTo>
                  <a:lnTo>
                    <a:pt x="103601" y="167295"/>
                  </a:lnTo>
                  <a:lnTo>
                    <a:pt x="133910" y="133910"/>
                  </a:lnTo>
                  <a:lnTo>
                    <a:pt x="167295" y="103601"/>
                  </a:lnTo>
                  <a:lnTo>
                    <a:pt x="203144" y="76980"/>
                  </a:lnTo>
                  <a:lnTo>
                    <a:pt x="241458" y="54047"/>
                  </a:lnTo>
                  <a:lnTo>
                    <a:pt x="282235" y="34802"/>
                  </a:lnTo>
                  <a:lnTo>
                    <a:pt x="324678" y="19576"/>
                  </a:lnTo>
                  <a:lnTo>
                    <a:pt x="367986" y="8700"/>
                  </a:lnTo>
                  <a:lnTo>
                    <a:pt x="412160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2" y="34801"/>
                  </a:lnTo>
                  <a:lnTo>
                    <a:pt x="672940" y="54047"/>
                  </a:lnTo>
                  <a:lnTo>
                    <a:pt x="711253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8" y="203145"/>
                  </a:lnTo>
                  <a:lnTo>
                    <a:pt x="860351" y="241458"/>
                  </a:lnTo>
                  <a:lnTo>
                    <a:pt x="879596" y="282236"/>
                  </a:lnTo>
                  <a:lnTo>
                    <a:pt x="894823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3" y="589719"/>
                  </a:lnTo>
                  <a:lnTo>
                    <a:pt x="879596" y="632162"/>
                  </a:lnTo>
                  <a:lnTo>
                    <a:pt x="860351" y="672940"/>
                  </a:lnTo>
                  <a:lnTo>
                    <a:pt x="837418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3" y="837419"/>
                  </a:lnTo>
                  <a:lnTo>
                    <a:pt x="672940" y="860352"/>
                  </a:lnTo>
                  <a:lnTo>
                    <a:pt x="632162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lnTo>
                    <a:pt x="412160" y="912224"/>
                  </a:lnTo>
                  <a:lnTo>
                    <a:pt x="367986" y="905699"/>
                  </a:lnTo>
                  <a:lnTo>
                    <a:pt x="324678" y="894823"/>
                  </a:lnTo>
                  <a:lnTo>
                    <a:pt x="282235" y="879597"/>
                  </a:lnTo>
                  <a:lnTo>
                    <a:pt x="241458" y="860352"/>
                  </a:lnTo>
                  <a:lnTo>
                    <a:pt x="203144" y="837419"/>
                  </a:lnTo>
                  <a:lnTo>
                    <a:pt x="167295" y="810798"/>
                  </a:lnTo>
                  <a:lnTo>
                    <a:pt x="133910" y="780489"/>
                  </a:lnTo>
                  <a:lnTo>
                    <a:pt x="103601" y="747103"/>
                  </a:lnTo>
                  <a:lnTo>
                    <a:pt x="76979" y="711254"/>
                  </a:lnTo>
                  <a:lnTo>
                    <a:pt x="54046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700" y="546411"/>
                  </a:lnTo>
                  <a:lnTo>
                    <a:pt x="2174" y="502238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B893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016750" y="3413893"/>
            <a:ext cx="77851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Member</a:t>
            </a:r>
            <a:r>
              <a:rPr dirty="0" sz="1300" spc="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1300">
              <a:latin typeface="Roboto"/>
              <a:cs typeface="Roboto"/>
            </a:endParaRPr>
          </a:p>
          <a:p>
            <a:pPr algn="ctr" marL="3810">
              <a:lnSpc>
                <a:spcPct val="100000"/>
              </a:lnSpc>
              <a:spcBef>
                <a:spcPts val="1080"/>
              </a:spcBef>
            </a:pPr>
            <a:r>
              <a:rPr dirty="0" sz="1050" spc="-20">
                <a:solidFill>
                  <a:srgbClr val="9AA4B2"/>
                </a:solidFill>
                <a:latin typeface="Roboto"/>
                <a:cs typeface="Roboto"/>
              </a:rPr>
              <a:t>Role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872537" y="1957387"/>
            <a:ext cx="2381250" cy="2295525"/>
            <a:chOff x="8872537" y="1957387"/>
            <a:chExt cx="2381250" cy="2295525"/>
          </a:xfrm>
        </p:grpSpPr>
        <p:sp>
          <p:nvSpPr>
            <p:cNvPr id="24" name="object 24"/>
            <p:cNvSpPr/>
            <p:nvPr/>
          </p:nvSpPr>
          <p:spPr>
            <a:xfrm>
              <a:off x="8877300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2298573" y="2286000"/>
                  </a:moveTo>
                  <a:lnTo>
                    <a:pt x="73151" y="2286000"/>
                  </a:lnTo>
                  <a:lnTo>
                    <a:pt x="58556" y="2284660"/>
                  </a:lnTo>
                  <a:lnTo>
                    <a:pt x="21424" y="2264574"/>
                  </a:lnTo>
                  <a:lnTo>
                    <a:pt x="1338" y="2227443"/>
                  </a:lnTo>
                  <a:lnTo>
                    <a:pt x="0" y="2212848"/>
                  </a:lnTo>
                  <a:lnTo>
                    <a:pt x="0" y="73151"/>
                  </a:ln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7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1" y="2253306"/>
                  </a:lnTo>
                  <a:lnTo>
                    <a:pt x="2326654" y="2280643"/>
                  </a:lnTo>
                  <a:lnTo>
                    <a:pt x="2298573" y="2286000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877300" y="1962150"/>
              <a:ext cx="2371725" cy="2286000"/>
            </a:xfrm>
            <a:custGeom>
              <a:avLst/>
              <a:gdLst/>
              <a:ahLst/>
              <a:cxnLst/>
              <a:rect l="l" t="t" r="r" b="b"/>
              <a:pathLst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7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1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2" y="2273947"/>
                  </a:lnTo>
                  <a:lnTo>
                    <a:pt x="5355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  <a:path w="2371725" h="2286000">
                  <a:moveTo>
                    <a:pt x="0" y="73151"/>
                  </a:moveTo>
                  <a:lnTo>
                    <a:pt x="12051" y="32693"/>
                  </a:lnTo>
                  <a:lnTo>
                    <a:pt x="45069" y="5356"/>
                  </a:lnTo>
                  <a:lnTo>
                    <a:pt x="73151" y="0"/>
                  </a:lnTo>
                  <a:lnTo>
                    <a:pt x="2298573" y="0"/>
                  </a:lnTo>
                  <a:lnTo>
                    <a:pt x="2339031" y="12052"/>
                  </a:lnTo>
                  <a:lnTo>
                    <a:pt x="2366367" y="45070"/>
                  </a:lnTo>
                  <a:lnTo>
                    <a:pt x="2371725" y="73151"/>
                  </a:lnTo>
                  <a:lnTo>
                    <a:pt x="2371725" y="2212848"/>
                  </a:lnTo>
                  <a:lnTo>
                    <a:pt x="2359671" y="2253306"/>
                  </a:lnTo>
                  <a:lnTo>
                    <a:pt x="2326654" y="2280643"/>
                  </a:lnTo>
                  <a:lnTo>
                    <a:pt x="2298573" y="2286000"/>
                  </a:lnTo>
                  <a:lnTo>
                    <a:pt x="73151" y="2286000"/>
                  </a:lnTo>
                  <a:lnTo>
                    <a:pt x="32692" y="2273947"/>
                  </a:lnTo>
                  <a:lnTo>
                    <a:pt x="5355" y="2240929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610725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5" y="879597"/>
                  </a:lnTo>
                  <a:lnTo>
                    <a:pt x="241458" y="860352"/>
                  </a:lnTo>
                  <a:lnTo>
                    <a:pt x="203144" y="837419"/>
                  </a:lnTo>
                  <a:lnTo>
                    <a:pt x="167295" y="810798"/>
                  </a:lnTo>
                  <a:lnTo>
                    <a:pt x="133909" y="780489"/>
                  </a:lnTo>
                  <a:lnTo>
                    <a:pt x="103600" y="747103"/>
                  </a:lnTo>
                  <a:lnTo>
                    <a:pt x="76979" y="711254"/>
                  </a:lnTo>
                  <a:lnTo>
                    <a:pt x="54046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699" y="546411"/>
                  </a:lnTo>
                  <a:lnTo>
                    <a:pt x="2174" y="502238"/>
                  </a:lnTo>
                  <a:lnTo>
                    <a:pt x="0" y="457200"/>
                  </a:lnTo>
                  <a:lnTo>
                    <a:pt x="2174" y="412161"/>
                  </a:lnTo>
                  <a:lnTo>
                    <a:pt x="8699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6" y="241458"/>
                  </a:lnTo>
                  <a:lnTo>
                    <a:pt x="76979" y="203145"/>
                  </a:lnTo>
                  <a:lnTo>
                    <a:pt x="103600" y="167295"/>
                  </a:lnTo>
                  <a:lnTo>
                    <a:pt x="133909" y="133910"/>
                  </a:lnTo>
                  <a:lnTo>
                    <a:pt x="167295" y="103601"/>
                  </a:lnTo>
                  <a:lnTo>
                    <a:pt x="203144" y="76980"/>
                  </a:lnTo>
                  <a:lnTo>
                    <a:pt x="241458" y="54047"/>
                  </a:lnTo>
                  <a:lnTo>
                    <a:pt x="282235" y="34802"/>
                  </a:lnTo>
                  <a:lnTo>
                    <a:pt x="324678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1" y="34801"/>
                  </a:lnTo>
                  <a:lnTo>
                    <a:pt x="672939" y="54047"/>
                  </a:lnTo>
                  <a:lnTo>
                    <a:pt x="711253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7" y="203145"/>
                  </a:lnTo>
                  <a:lnTo>
                    <a:pt x="860350" y="241458"/>
                  </a:lnTo>
                  <a:lnTo>
                    <a:pt x="879595" y="282236"/>
                  </a:lnTo>
                  <a:lnTo>
                    <a:pt x="894822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2" y="589719"/>
                  </a:lnTo>
                  <a:lnTo>
                    <a:pt x="879595" y="632162"/>
                  </a:lnTo>
                  <a:lnTo>
                    <a:pt x="860350" y="672940"/>
                  </a:lnTo>
                  <a:lnTo>
                    <a:pt x="837417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3" y="837419"/>
                  </a:lnTo>
                  <a:lnTo>
                    <a:pt x="672939" y="860352"/>
                  </a:lnTo>
                  <a:lnTo>
                    <a:pt x="632161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2B3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610725" y="2286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174" y="412161"/>
                  </a:lnTo>
                  <a:lnTo>
                    <a:pt x="8699" y="367987"/>
                  </a:lnTo>
                  <a:lnTo>
                    <a:pt x="19575" y="324679"/>
                  </a:lnTo>
                  <a:lnTo>
                    <a:pt x="34801" y="282236"/>
                  </a:lnTo>
                  <a:lnTo>
                    <a:pt x="54046" y="241458"/>
                  </a:lnTo>
                  <a:lnTo>
                    <a:pt x="76979" y="203145"/>
                  </a:lnTo>
                  <a:lnTo>
                    <a:pt x="103600" y="167295"/>
                  </a:lnTo>
                  <a:lnTo>
                    <a:pt x="133909" y="133910"/>
                  </a:lnTo>
                  <a:lnTo>
                    <a:pt x="167295" y="103601"/>
                  </a:lnTo>
                  <a:lnTo>
                    <a:pt x="203144" y="76980"/>
                  </a:lnTo>
                  <a:lnTo>
                    <a:pt x="241458" y="54047"/>
                  </a:lnTo>
                  <a:lnTo>
                    <a:pt x="282235" y="34802"/>
                  </a:lnTo>
                  <a:lnTo>
                    <a:pt x="324678" y="19576"/>
                  </a:lnTo>
                  <a:lnTo>
                    <a:pt x="367987" y="8700"/>
                  </a:lnTo>
                  <a:lnTo>
                    <a:pt x="412161" y="2175"/>
                  </a:lnTo>
                  <a:lnTo>
                    <a:pt x="457200" y="0"/>
                  </a:lnTo>
                  <a:lnTo>
                    <a:pt x="502238" y="2175"/>
                  </a:lnTo>
                  <a:lnTo>
                    <a:pt x="546411" y="8700"/>
                  </a:lnTo>
                  <a:lnTo>
                    <a:pt x="589719" y="19576"/>
                  </a:lnTo>
                  <a:lnTo>
                    <a:pt x="632161" y="34801"/>
                  </a:lnTo>
                  <a:lnTo>
                    <a:pt x="672939" y="54047"/>
                  </a:lnTo>
                  <a:lnTo>
                    <a:pt x="711253" y="76980"/>
                  </a:lnTo>
                  <a:lnTo>
                    <a:pt x="747103" y="103601"/>
                  </a:lnTo>
                  <a:lnTo>
                    <a:pt x="780488" y="133910"/>
                  </a:lnTo>
                  <a:lnTo>
                    <a:pt x="810797" y="167295"/>
                  </a:lnTo>
                  <a:lnTo>
                    <a:pt x="837417" y="203145"/>
                  </a:lnTo>
                  <a:lnTo>
                    <a:pt x="860350" y="241458"/>
                  </a:lnTo>
                  <a:lnTo>
                    <a:pt x="879595" y="282236"/>
                  </a:lnTo>
                  <a:lnTo>
                    <a:pt x="894822" y="324679"/>
                  </a:lnTo>
                  <a:lnTo>
                    <a:pt x="905698" y="367987"/>
                  </a:lnTo>
                  <a:lnTo>
                    <a:pt x="912224" y="412161"/>
                  </a:lnTo>
                  <a:lnTo>
                    <a:pt x="914400" y="457200"/>
                  </a:lnTo>
                  <a:lnTo>
                    <a:pt x="912224" y="502238"/>
                  </a:lnTo>
                  <a:lnTo>
                    <a:pt x="905698" y="546411"/>
                  </a:lnTo>
                  <a:lnTo>
                    <a:pt x="894822" y="589719"/>
                  </a:lnTo>
                  <a:lnTo>
                    <a:pt x="879595" y="632162"/>
                  </a:lnTo>
                  <a:lnTo>
                    <a:pt x="860350" y="672940"/>
                  </a:lnTo>
                  <a:lnTo>
                    <a:pt x="837417" y="711254"/>
                  </a:lnTo>
                  <a:lnTo>
                    <a:pt x="810797" y="747103"/>
                  </a:lnTo>
                  <a:lnTo>
                    <a:pt x="780488" y="780489"/>
                  </a:lnTo>
                  <a:lnTo>
                    <a:pt x="747103" y="810798"/>
                  </a:lnTo>
                  <a:lnTo>
                    <a:pt x="711253" y="837419"/>
                  </a:lnTo>
                  <a:lnTo>
                    <a:pt x="672939" y="860352"/>
                  </a:lnTo>
                  <a:lnTo>
                    <a:pt x="632161" y="879597"/>
                  </a:lnTo>
                  <a:lnTo>
                    <a:pt x="589719" y="894823"/>
                  </a:lnTo>
                  <a:lnTo>
                    <a:pt x="546411" y="905699"/>
                  </a:lnTo>
                  <a:lnTo>
                    <a:pt x="502238" y="912224"/>
                  </a:lnTo>
                  <a:lnTo>
                    <a:pt x="457200" y="914400"/>
                  </a:lnTo>
                  <a:lnTo>
                    <a:pt x="412161" y="912224"/>
                  </a:lnTo>
                  <a:lnTo>
                    <a:pt x="367987" y="905699"/>
                  </a:lnTo>
                  <a:lnTo>
                    <a:pt x="324679" y="894823"/>
                  </a:lnTo>
                  <a:lnTo>
                    <a:pt x="282235" y="879597"/>
                  </a:lnTo>
                  <a:lnTo>
                    <a:pt x="241458" y="860352"/>
                  </a:lnTo>
                  <a:lnTo>
                    <a:pt x="203144" y="837419"/>
                  </a:lnTo>
                  <a:lnTo>
                    <a:pt x="167295" y="810798"/>
                  </a:lnTo>
                  <a:lnTo>
                    <a:pt x="133909" y="780489"/>
                  </a:lnTo>
                  <a:lnTo>
                    <a:pt x="103600" y="747103"/>
                  </a:lnTo>
                  <a:lnTo>
                    <a:pt x="76979" y="711254"/>
                  </a:lnTo>
                  <a:lnTo>
                    <a:pt x="54046" y="672940"/>
                  </a:lnTo>
                  <a:lnTo>
                    <a:pt x="34801" y="632162"/>
                  </a:lnTo>
                  <a:lnTo>
                    <a:pt x="19575" y="589719"/>
                  </a:lnTo>
                  <a:lnTo>
                    <a:pt x="8699" y="546411"/>
                  </a:lnTo>
                  <a:lnTo>
                    <a:pt x="2174" y="502238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B893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9664700" y="3413893"/>
            <a:ext cx="77851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Member</a:t>
            </a:r>
            <a:r>
              <a:rPr dirty="0" sz="1300" spc="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1300">
              <a:latin typeface="Roboto"/>
              <a:cs typeface="Roboto"/>
            </a:endParaRPr>
          </a:p>
          <a:p>
            <a:pPr algn="ctr" marL="3810">
              <a:lnSpc>
                <a:spcPct val="100000"/>
              </a:lnSpc>
              <a:spcBef>
                <a:spcPts val="1080"/>
              </a:spcBef>
            </a:pPr>
            <a:r>
              <a:rPr dirty="0" sz="1050" spc="-20">
                <a:solidFill>
                  <a:srgbClr val="9AA4B2"/>
                </a:solidFill>
                <a:latin typeface="Roboto"/>
                <a:cs typeface="Roboto"/>
              </a:rPr>
              <a:t>Role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14875" y="4605337"/>
            <a:ext cx="2743200" cy="9525"/>
            <a:chOff x="4714875" y="4605337"/>
            <a:chExt cx="2743200" cy="9525"/>
          </a:xfrm>
        </p:grpSpPr>
        <p:sp>
          <p:nvSpPr>
            <p:cNvPr id="30" name="object 30"/>
            <p:cNvSpPr/>
            <p:nvPr/>
          </p:nvSpPr>
          <p:spPr>
            <a:xfrm>
              <a:off x="4714875" y="461010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 h="0">
                  <a:moveTo>
                    <a:pt x="2743200" y="0"/>
                  </a:moveTo>
                  <a:lnTo>
                    <a:pt x="0" y="0"/>
                  </a:lnTo>
                </a:path>
              </a:pathLst>
            </a:custGeom>
            <a:solidFill>
              <a:srgbClr val="394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714875" y="461010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 h="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9525">
              <a:solidFill>
                <a:srgbClr val="3945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035550" y="4764037"/>
            <a:ext cx="2111375" cy="74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Roboto"/>
                <a:cs typeface="Roboto"/>
              </a:rPr>
              <a:t>Thank</a:t>
            </a:r>
            <a:r>
              <a:rPr dirty="0" sz="2600" spc="5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Roboto"/>
                <a:cs typeface="Roboto"/>
              </a:rPr>
              <a:t>You</a:t>
            </a:r>
            <a:endParaRPr sz="26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[</a:t>
            </a:r>
            <a:r>
              <a:rPr dirty="0" sz="1200" spc="-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Contact</a:t>
            </a:r>
            <a:r>
              <a:rPr dirty="0" sz="1200" spc="-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/</a:t>
            </a:r>
            <a:r>
              <a:rPr dirty="0" sz="1200" spc="-3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Email</a:t>
            </a:r>
            <a:r>
              <a:rPr dirty="0" sz="1200" spc="-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/</a:t>
            </a:r>
            <a:r>
              <a:rPr dirty="0" sz="1200" spc="-30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GitHub</a:t>
            </a:r>
            <a:r>
              <a:rPr dirty="0" sz="1200" spc="-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9AA4B2"/>
                </a:solidFill>
                <a:latin typeface="Roboto"/>
                <a:cs typeface="Roboto"/>
              </a:rPr>
              <a:t>link</a:t>
            </a:r>
            <a:r>
              <a:rPr dirty="0" sz="1200" spc="-35">
                <a:solidFill>
                  <a:srgbClr val="9AA4B2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9AA4B2"/>
                </a:solidFill>
                <a:latin typeface="Roboto"/>
                <a:cs typeface="Roboto"/>
              </a:rPr>
              <a:t>]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6381750"/>
            <a:ext cx="12182475" cy="466725"/>
            <a:chOff x="0" y="6381750"/>
            <a:chExt cx="12182475" cy="466725"/>
          </a:xfrm>
        </p:grpSpPr>
        <p:sp>
          <p:nvSpPr>
            <p:cNvPr id="34" name="object 34"/>
            <p:cNvSpPr/>
            <p:nvPr/>
          </p:nvSpPr>
          <p:spPr>
            <a:xfrm>
              <a:off x="0" y="6381750"/>
              <a:ext cx="12182475" cy="466725"/>
            </a:xfrm>
            <a:custGeom>
              <a:avLst/>
              <a:gdLst/>
              <a:ahLst/>
              <a:cxnLst/>
              <a:rect l="l" t="t" r="r" b="b"/>
              <a:pathLst>
                <a:path w="12182475" h="466725">
                  <a:moveTo>
                    <a:pt x="12182475" y="466725"/>
                  </a:moveTo>
                  <a:lnTo>
                    <a:pt x="0" y="466725"/>
                  </a:lnTo>
                  <a:lnTo>
                    <a:pt x="0" y="0"/>
                  </a:lnTo>
                  <a:lnTo>
                    <a:pt x="12182475" y="0"/>
                  </a:lnTo>
                  <a:lnTo>
                    <a:pt x="12182475" y="466725"/>
                  </a:lnTo>
                  <a:close/>
                </a:path>
              </a:pathLst>
            </a:custGeom>
            <a:solidFill>
              <a:srgbClr val="162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1950" y="6448425"/>
              <a:ext cx="3562350" cy="323850"/>
            </a:xfrm>
            <a:custGeom>
              <a:avLst/>
              <a:gdLst/>
              <a:ahLst/>
              <a:cxnLst/>
              <a:rect l="l" t="t" r="r" b="b"/>
              <a:pathLst>
                <a:path w="3562350" h="323850">
                  <a:moveTo>
                    <a:pt x="3517370" y="323850"/>
                  </a:moveTo>
                  <a:lnTo>
                    <a:pt x="44979" y="323850"/>
                  </a:lnTo>
                  <a:lnTo>
                    <a:pt x="36004" y="323026"/>
                  </a:lnTo>
                  <a:lnTo>
                    <a:pt x="3293" y="296137"/>
                  </a:lnTo>
                  <a:lnTo>
                    <a:pt x="0" y="278870"/>
                  </a:lnTo>
                  <a:lnTo>
                    <a:pt x="0" y="44979"/>
                  </a:lnTo>
                  <a:lnTo>
                    <a:pt x="20102" y="7410"/>
                  </a:lnTo>
                  <a:lnTo>
                    <a:pt x="44979" y="0"/>
                  </a:lnTo>
                  <a:lnTo>
                    <a:pt x="3517370" y="0"/>
                  </a:lnTo>
                  <a:lnTo>
                    <a:pt x="3554939" y="20102"/>
                  </a:lnTo>
                  <a:lnTo>
                    <a:pt x="3562350" y="44979"/>
                  </a:lnTo>
                  <a:lnTo>
                    <a:pt x="3562350" y="278870"/>
                  </a:lnTo>
                  <a:lnTo>
                    <a:pt x="3542247" y="316439"/>
                  </a:lnTo>
                  <a:lnTo>
                    <a:pt x="3517370" y="323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6477000"/>
              <a:ext cx="3286125" cy="266700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Code</a:t>
            </a:r>
            <a:r>
              <a:rPr dirty="0" spc="-15"/>
              <a:t> </a:t>
            </a:r>
            <a:r>
              <a:rPr dirty="0"/>
              <a:t>Merge</a:t>
            </a:r>
            <a:r>
              <a:rPr dirty="0" spc="-15"/>
              <a:t> </a:t>
            </a:r>
            <a:r>
              <a:rPr dirty="0" spc="-10"/>
              <a:t>Hackathon</a:t>
            </a:r>
            <a:r>
              <a:rPr dirty="0" spc="-15"/>
              <a:t> </a:t>
            </a:r>
            <a:r>
              <a:rPr dirty="0"/>
              <a:t>V2.0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2026-09-09T07:56:12Z</dcterms:created>
  <dcterms:modified xsi:type="dcterms:W3CDTF">2026-09-09T07:56:12Z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LastSaved">
    <vt:filetime>2026-09-09T00:00:00Z</vt:filetime>
  </property>
</Properties>
</file>